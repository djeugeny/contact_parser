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5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C78C"/>
    <a:srgbClr val="91C251"/>
    <a:srgbClr val="517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77" autoAdjust="0"/>
    <p:restoredTop sz="96283" autoAdjust="0"/>
  </p:normalViewPr>
  <p:slideViewPr>
    <p:cSldViewPr snapToGrid="0">
      <p:cViewPr varScale="1">
        <p:scale>
          <a:sx n="84" d="100"/>
          <a:sy n="84" d="100"/>
        </p:scale>
        <p:origin x="250" y="1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geny Solovyev" userId="bcfa930f-b6be-4bbb-aeb8-5203be9dadaa" providerId="ADAL" clId="{1EFE3360-E146-46A4-B0AD-8F3052C6188E}"/>
    <pc:docChg chg="undo redo custSel addSld delSld modSld">
      <pc:chgData name="Evgeny Solovyev" userId="bcfa930f-b6be-4bbb-aeb8-5203be9dadaa" providerId="ADAL" clId="{1EFE3360-E146-46A4-B0AD-8F3052C6188E}" dt="2022-12-10T13:37:35.188" v="1140" actId="1076"/>
      <pc:docMkLst>
        <pc:docMk/>
      </pc:docMkLst>
      <pc:sldChg chg="del">
        <pc:chgData name="Evgeny Solovyev" userId="bcfa930f-b6be-4bbb-aeb8-5203be9dadaa" providerId="ADAL" clId="{1EFE3360-E146-46A4-B0AD-8F3052C6188E}" dt="2022-12-10T09:57:02.612" v="961" actId="2696"/>
        <pc:sldMkLst>
          <pc:docMk/>
          <pc:sldMk cId="3467091734" sldId="1261"/>
        </pc:sldMkLst>
      </pc:sldChg>
      <pc:sldChg chg="addSp delSp modSp mod modAnim">
        <pc:chgData name="Evgeny Solovyev" userId="bcfa930f-b6be-4bbb-aeb8-5203be9dadaa" providerId="ADAL" clId="{1EFE3360-E146-46A4-B0AD-8F3052C6188E}" dt="2022-12-10T12:00:08.330" v="1100"/>
        <pc:sldMkLst>
          <pc:docMk/>
          <pc:sldMk cId="531030448" sldId="1265"/>
        </pc:sldMkLst>
        <pc:spChg chg="add del mod">
          <ac:chgData name="Evgeny Solovyev" userId="bcfa930f-b6be-4bbb-aeb8-5203be9dadaa" providerId="ADAL" clId="{1EFE3360-E146-46A4-B0AD-8F3052C6188E}" dt="2022-12-10T10:15:19.594" v="969" actId="478"/>
          <ac:spMkLst>
            <pc:docMk/>
            <pc:sldMk cId="531030448" sldId="1265"/>
            <ac:spMk id="4" creationId="{B5889DD1-9237-4968-EA27-D5AF61414F51}"/>
          </ac:spMkLst>
        </pc:spChg>
        <pc:spChg chg="add mod">
          <ac:chgData name="Evgeny Solovyev" userId="bcfa930f-b6be-4bbb-aeb8-5203be9dadaa" providerId="ADAL" clId="{1EFE3360-E146-46A4-B0AD-8F3052C6188E}" dt="2022-12-10T10:15:35.833" v="973" actId="1076"/>
          <ac:spMkLst>
            <pc:docMk/>
            <pc:sldMk cId="531030448" sldId="1265"/>
            <ac:spMk id="5" creationId="{98EC87C2-333A-4308-BDF4-124914CBC184}"/>
          </ac:spMkLst>
        </pc:spChg>
        <pc:spChg chg="mod">
          <ac:chgData name="Evgeny Solovyev" userId="bcfa930f-b6be-4bbb-aeb8-5203be9dadaa" providerId="ADAL" clId="{1EFE3360-E146-46A4-B0AD-8F3052C6188E}" dt="2022-12-10T11:50:05.577" v="1033" actId="1076"/>
          <ac:spMkLst>
            <pc:docMk/>
            <pc:sldMk cId="531030448" sldId="1265"/>
            <ac:spMk id="6" creationId="{95BC7C3F-6E76-A9C7-FC63-ABB04C6D5C80}"/>
          </ac:spMkLst>
        </pc:spChg>
        <pc:spChg chg="mod">
          <ac:chgData name="Evgeny Solovyev" userId="bcfa930f-b6be-4bbb-aeb8-5203be9dadaa" providerId="ADAL" clId="{1EFE3360-E146-46A4-B0AD-8F3052C6188E}" dt="2022-12-10T11:50:02.027" v="1032" actId="1076"/>
          <ac:spMkLst>
            <pc:docMk/>
            <pc:sldMk cId="531030448" sldId="1265"/>
            <ac:spMk id="7" creationId="{6BECD9C6-F9A3-B8F6-7B12-9DB4595C2A69}"/>
          </ac:spMkLst>
        </pc:spChg>
        <pc:spChg chg="mod">
          <ac:chgData name="Evgeny Solovyev" userId="bcfa930f-b6be-4bbb-aeb8-5203be9dadaa" providerId="ADAL" clId="{1EFE3360-E146-46A4-B0AD-8F3052C6188E}" dt="2022-12-10T11:49:53.889" v="1030" actId="1076"/>
          <ac:spMkLst>
            <pc:docMk/>
            <pc:sldMk cId="531030448" sldId="1265"/>
            <ac:spMk id="9" creationId="{48AED0D4-2E8D-1C19-4D53-DBDD4F502FEA}"/>
          </ac:spMkLst>
        </pc:spChg>
        <pc:spChg chg="add mod">
          <ac:chgData name="Evgeny Solovyev" userId="bcfa930f-b6be-4bbb-aeb8-5203be9dadaa" providerId="ADAL" clId="{1EFE3360-E146-46A4-B0AD-8F3052C6188E}" dt="2022-12-10T11:49:57.026" v="1031" actId="1076"/>
          <ac:spMkLst>
            <pc:docMk/>
            <pc:sldMk cId="531030448" sldId="1265"/>
            <ac:spMk id="10" creationId="{58322ACA-5830-30CD-3F5B-2AF3A3738F93}"/>
          </ac:spMkLst>
        </pc:spChg>
        <pc:spChg chg="add mod">
          <ac:chgData name="Evgeny Solovyev" userId="bcfa930f-b6be-4bbb-aeb8-5203be9dadaa" providerId="ADAL" clId="{1EFE3360-E146-46A4-B0AD-8F3052C6188E}" dt="2022-12-10T11:50:21.724" v="1036" actId="1076"/>
          <ac:spMkLst>
            <pc:docMk/>
            <pc:sldMk cId="531030448" sldId="1265"/>
            <ac:spMk id="11" creationId="{F459FB98-1FF4-5EA6-ABBD-8649EC679A6D}"/>
          </ac:spMkLst>
        </pc:spChg>
        <pc:spChg chg="add mod">
          <ac:chgData name="Evgeny Solovyev" userId="bcfa930f-b6be-4bbb-aeb8-5203be9dadaa" providerId="ADAL" clId="{1EFE3360-E146-46A4-B0AD-8F3052C6188E}" dt="2022-12-10T11:50:16.679" v="1035"/>
          <ac:spMkLst>
            <pc:docMk/>
            <pc:sldMk cId="531030448" sldId="1265"/>
            <ac:spMk id="12" creationId="{3D15DC6F-CCF1-EAFA-6599-F86935C929E8}"/>
          </ac:spMkLst>
        </pc:spChg>
        <pc:picChg chg="mod modCrop">
          <ac:chgData name="Evgeny Solovyev" userId="bcfa930f-b6be-4bbb-aeb8-5203be9dadaa" providerId="ADAL" clId="{1EFE3360-E146-46A4-B0AD-8F3052C6188E}" dt="2022-12-10T11:59:08.068" v="1091" actId="1076"/>
          <ac:picMkLst>
            <pc:docMk/>
            <pc:sldMk cId="531030448" sldId="1265"/>
            <ac:picMk id="2" creationId="{8D1CA79D-D8E3-8D89-4F4B-6180741DD3EC}"/>
          </ac:picMkLst>
        </pc:picChg>
        <pc:picChg chg="mod">
          <ac:chgData name="Evgeny Solovyev" userId="bcfa930f-b6be-4bbb-aeb8-5203be9dadaa" providerId="ADAL" clId="{1EFE3360-E146-46A4-B0AD-8F3052C6188E}" dt="2022-12-10T11:59:08.068" v="1091" actId="1076"/>
          <ac:picMkLst>
            <pc:docMk/>
            <pc:sldMk cId="531030448" sldId="1265"/>
            <ac:picMk id="8" creationId="{D91CAE08-DCA5-B380-E549-444855E5A248}"/>
          </ac:picMkLst>
        </pc:picChg>
        <pc:picChg chg="add mod">
          <ac:chgData name="Evgeny Solovyev" userId="bcfa930f-b6be-4bbb-aeb8-5203be9dadaa" providerId="ADAL" clId="{1EFE3360-E146-46A4-B0AD-8F3052C6188E}" dt="2022-12-10T11:59:08.068" v="1091" actId="1076"/>
          <ac:picMkLst>
            <pc:docMk/>
            <pc:sldMk cId="531030448" sldId="1265"/>
            <ac:picMk id="13" creationId="{D8A8DF31-05FA-721D-6095-071744D8749A}"/>
          </ac:picMkLst>
        </pc:picChg>
        <pc:picChg chg="mod">
          <ac:chgData name="Evgeny Solovyev" userId="bcfa930f-b6be-4bbb-aeb8-5203be9dadaa" providerId="ADAL" clId="{1EFE3360-E146-46A4-B0AD-8F3052C6188E}" dt="2022-12-10T11:59:08.068" v="1091" actId="1076"/>
          <ac:picMkLst>
            <pc:docMk/>
            <pc:sldMk cId="531030448" sldId="1265"/>
            <ac:picMk id="1028" creationId="{9E3589BC-2881-569E-0C03-434D3B43E82B}"/>
          </ac:picMkLst>
        </pc:picChg>
        <pc:picChg chg="add mod">
          <ac:chgData name="Evgeny Solovyev" userId="bcfa930f-b6be-4bbb-aeb8-5203be9dadaa" providerId="ADAL" clId="{1EFE3360-E146-46A4-B0AD-8F3052C6188E}" dt="2022-12-10T11:59:08.068" v="1091" actId="1076"/>
          <ac:picMkLst>
            <pc:docMk/>
            <pc:sldMk cId="531030448" sldId="1265"/>
            <ac:picMk id="2050" creationId="{92E28644-F02D-B5EC-BA94-43DC198B2322}"/>
          </ac:picMkLst>
        </pc:picChg>
        <pc:picChg chg="add mod">
          <ac:chgData name="Evgeny Solovyev" userId="bcfa930f-b6be-4bbb-aeb8-5203be9dadaa" providerId="ADAL" clId="{1EFE3360-E146-46A4-B0AD-8F3052C6188E}" dt="2022-12-10T11:59:08.068" v="1091" actId="1076"/>
          <ac:picMkLst>
            <pc:docMk/>
            <pc:sldMk cId="531030448" sldId="1265"/>
            <ac:picMk id="2052" creationId="{84DC83E9-3542-193F-6B91-94718F45A2E2}"/>
          </ac:picMkLst>
        </pc:picChg>
        <pc:picChg chg="add mod">
          <ac:chgData name="Evgeny Solovyev" userId="bcfa930f-b6be-4bbb-aeb8-5203be9dadaa" providerId="ADAL" clId="{1EFE3360-E146-46A4-B0AD-8F3052C6188E}" dt="2022-12-10T11:59:08.068" v="1091" actId="1076"/>
          <ac:picMkLst>
            <pc:docMk/>
            <pc:sldMk cId="531030448" sldId="1265"/>
            <ac:picMk id="2054" creationId="{974552EC-9CE5-EACF-5DE2-75290187C3DD}"/>
          </ac:picMkLst>
        </pc:picChg>
      </pc:sldChg>
      <pc:sldChg chg="addSp delSp modSp mod delAnim modAnim">
        <pc:chgData name="Evgeny Solovyev" userId="bcfa930f-b6be-4bbb-aeb8-5203be9dadaa" providerId="ADAL" clId="{1EFE3360-E146-46A4-B0AD-8F3052C6188E}" dt="2022-12-10T09:56:05.015" v="958" actId="1076"/>
        <pc:sldMkLst>
          <pc:docMk/>
          <pc:sldMk cId="3504135430" sldId="1294"/>
        </pc:sldMkLst>
        <pc:spChg chg="add del mod">
          <ac:chgData name="Evgeny Solovyev" userId="bcfa930f-b6be-4bbb-aeb8-5203be9dadaa" providerId="ADAL" clId="{1EFE3360-E146-46A4-B0AD-8F3052C6188E}" dt="2022-12-09T06:38:09.927" v="180" actId="478"/>
          <ac:spMkLst>
            <pc:docMk/>
            <pc:sldMk cId="3504135430" sldId="1294"/>
            <ac:spMk id="4" creationId="{2CA156B2-C119-6F24-286E-50970C9B8EB7}"/>
          </ac:spMkLst>
        </pc:spChg>
        <pc:spChg chg="add del mod">
          <ac:chgData name="Evgeny Solovyev" userId="bcfa930f-b6be-4bbb-aeb8-5203be9dadaa" providerId="ADAL" clId="{1EFE3360-E146-46A4-B0AD-8F3052C6188E}" dt="2022-12-09T06:37:29.748" v="167" actId="478"/>
          <ac:spMkLst>
            <pc:docMk/>
            <pc:sldMk cId="3504135430" sldId="1294"/>
            <ac:spMk id="7" creationId="{0D090AEE-03F7-86C4-6024-F05214842FEB}"/>
          </ac:spMkLst>
        </pc:spChg>
        <pc:spChg chg="mod">
          <ac:chgData name="Evgeny Solovyev" userId="bcfa930f-b6be-4bbb-aeb8-5203be9dadaa" providerId="ADAL" clId="{1EFE3360-E146-46A4-B0AD-8F3052C6188E}" dt="2022-12-09T06:38:15.189" v="181" actId="1076"/>
          <ac:spMkLst>
            <pc:docMk/>
            <pc:sldMk cId="3504135430" sldId="1294"/>
            <ac:spMk id="10" creationId="{967ECF95-969A-B115-4B37-C4BF67D1A441}"/>
          </ac:spMkLst>
        </pc:spChg>
        <pc:picChg chg="add mod modCrop">
          <ac:chgData name="Evgeny Solovyev" userId="bcfa930f-b6be-4bbb-aeb8-5203be9dadaa" providerId="ADAL" clId="{1EFE3360-E146-46A4-B0AD-8F3052C6188E}" dt="2022-12-10T09:56:05.015" v="958" actId="1076"/>
          <ac:picMkLst>
            <pc:docMk/>
            <pc:sldMk cId="3504135430" sldId="1294"/>
            <ac:picMk id="4" creationId="{00F84B9B-E8B7-3572-CF70-802FA7380109}"/>
          </ac:picMkLst>
        </pc:picChg>
        <pc:picChg chg="mod">
          <ac:chgData name="Evgeny Solovyev" userId="bcfa930f-b6be-4bbb-aeb8-5203be9dadaa" providerId="ADAL" clId="{1EFE3360-E146-46A4-B0AD-8F3052C6188E}" dt="2022-12-09T06:38:18.901" v="182" actId="1076"/>
          <ac:picMkLst>
            <pc:docMk/>
            <pc:sldMk cId="3504135430" sldId="1294"/>
            <ac:picMk id="11" creationId="{60ED4487-F2C0-8CDD-E72C-330811C463FE}"/>
          </ac:picMkLst>
        </pc:picChg>
        <pc:picChg chg="mod">
          <ac:chgData name="Evgeny Solovyev" userId="bcfa930f-b6be-4bbb-aeb8-5203be9dadaa" providerId="ADAL" clId="{1EFE3360-E146-46A4-B0AD-8F3052C6188E}" dt="2022-12-09T06:38:20.160" v="183" actId="1076"/>
          <ac:picMkLst>
            <pc:docMk/>
            <pc:sldMk cId="3504135430" sldId="1294"/>
            <ac:picMk id="2050" creationId="{14C99B34-A587-56DF-D59E-4E882305638A}"/>
          </ac:picMkLst>
        </pc:picChg>
      </pc:sldChg>
      <pc:sldChg chg="modSp mod">
        <pc:chgData name="Evgeny Solovyev" userId="bcfa930f-b6be-4bbb-aeb8-5203be9dadaa" providerId="ADAL" clId="{1EFE3360-E146-46A4-B0AD-8F3052C6188E}" dt="2022-12-09T06:43:04.254" v="230" actId="1076"/>
        <pc:sldMkLst>
          <pc:docMk/>
          <pc:sldMk cId="2151225886" sldId="1295"/>
        </pc:sldMkLst>
        <pc:spChg chg="mod">
          <ac:chgData name="Evgeny Solovyev" userId="bcfa930f-b6be-4bbb-aeb8-5203be9dadaa" providerId="ADAL" clId="{1EFE3360-E146-46A4-B0AD-8F3052C6188E}" dt="2022-12-09T06:43:01.432" v="229" actId="14100"/>
          <ac:spMkLst>
            <pc:docMk/>
            <pc:sldMk cId="2151225886" sldId="1295"/>
            <ac:spMk id="17" creationId="{91847F7B-42E0-FA09-72EC-4B741277AB4E}"/>
          </ac:spMkLst>
        </pc:spChg>
        <pc:picChg chg="mod">
          <ac:chgData name="Evgeny Solovyev" userId="bcfa930f-b6be-4bbb-aeb8-5203be9dadaa" providerId="ADAL" clId="{1EFE3360-E146-46A4-B0AD-8F3052C6188E}" dt="2022-12-09T06:43:04.254" v="230" actId="1076"/>
          <ac:picMkLst>
            <pc:docMk/>
            <pc:sldMk cId="2151225886" sldId="1295"/>
            <ac:picMk id="16" creationId="{B10BC223-5F89-95E1-C020-65DF57837FBA}"/>
          </ac:picMkLst>
        </pc:picChg>
      </pc:sldChg>
      <pc:sldChg chg="addSp modSp mod modAnim">
        <pc:chgData name="Evgeny Solovyev" userId="bcfa930f-b6be-4bbb-aeb8-5203be9dadaa" providerId="ADAL" clId="{1EFE3360-E146-46A4-B0AD-8F3052C6188E}" dt="2022-12-10T09:52:21.937" v="953"/>
        <pc:sldMkLst>
          <pc:docMk/>
          <pc:sldMk cId="4200671645" sldId="1300"/>
        </pc:sldMkLst>
        <pc:spChg chg="mod">
          <ac:chgData name="Evgeny Solovyev" userId="bcfa930f-b6be-4bbb-aeb8-5203be9dadaa" providerId="ADAL" clId="{1EFE3360-E146-46A4-B0AD-8F3052C6188E}" dt="2022-12-10T09:49:34.896" v="918" actId="1076"/>
          <ac:spMkLst>
            <pc:docMk/>
            <pc:sldMk cId="4200671645" sldId="1300"/>
            <ac:spMk id="3" creationId="{47BAA64C-B182-ED03-EF3D-52A41204FDB7}"/>
          </ac:spMkLst>
        </pc:spChg>
        <pc:spChg chg="mod">
          <ac:chgData name="Evgeny Solovyev" userId="bcfa930f-b6be-4bbb-aeb8-5203be9dadaa" providerId="ADAL" clId="{1EFE3360-E146-46A4-B0AD-8F3052C6188E}" dt="2022-12-10T09:51:45.757" v="947" actId="1076"/>
          <ac:spMkLst>
            <pc:docMk/>
            <pc:sldMk cId="4200671645" sldId="1300"/>
            <ac:spMk id="4" creationId="{582B5B67-2B45-8496-ACB3-90E028187857}"/>
          </ac:spMkLst>
        </pc:spChg>
        <pc:spChg chg="mod">
          <ac:chgData name="Evgeny Solovyev" userId="bcfa930f-b6be-4bbb-aeb8-5203be9dadaa" providerId="ADAL" clId="{1EFE3360-E146-46A4-B0AD-8F3052C6188E}" dt="2022-12-10T09:49:47.788" v="923" actId="1076"/>
          <ac:spMkLst>
            <pc:docMk/>
            <pc:sldMk cId="4200671645" sldId="1300"/>
            <ac:spMk id="6" creationId="{8C4C3088-674E-60E4-41D9-772C9F08B877}"/>
          </ac:spMkLst>
        </pc:spChg>
        <pc:spChg chg="mod">
          <ac:chgData name="Evgeny Solovyev" userId="bcfa930f-b6be-4bbb-aeb8-5203be9dadaa" providerId="ADAL" clId="{1EFE3360-E146-46A4-B0AD-8F3052C6188E}" dt="2022-12-10T09:51:24.337" v="944" actId="1076"/>
          <ac:spMkLst>
            <pc:docMk/>
            <pc:sldMk cId="4200671645" sldId="1300"/>
            <ac:spMk id="7" creationId="{7B86AA98-DA6D-7CDA-ED85-30AB83D65A8B}"/>
          </ac:spMkLst>
        </pc:spChg>
        <pc:spChg chg="add mod">
          <ac:chgData name="Evgeny Solovyev" userId="bcfa930f-b6be-4bbb-aeb8-5203be9dadaa" providerId="ADAL" clId="{1EFE3360-E146-46A4-B0AD-8F3052C6188E}" dt="2022-12-10T09:51:51.247" v="949" actId="1076"/>
          <ac:spMkLst>
            <pc:docMk/>
            <pc:sldMk cId="4200671645" sldId="1300"/>
            <ac:spMk id="9" creationId="{FAE743E7-9A8B-19D5-8F55-08A3248A92F6}"/>
          </ac:spMkLst>
        </pc:spChg>
        <pc:spChg chg="mod">
          <ac:chgData name="Evgeny Solovyev" userId="bcfa930f-b6be-4bbb-aeb8-5203be9dadaa" providerId="ADAL" clId="{1EFE3360-E146-46A4-B0AD-8F3052C6188E}" dt="2022-12-10T09:51:24.337" v="944" actId="1076"/>
          <ac:spMkLst>
            <pc:docMk/>
            <pc:sldMk cId="4200671645" sldId="1300"/>
            <ac:spMk id="10" creationId="{B0FC8B03-48DF-19A6-3C95-96163D1F96BB}"/>
          </ac:spMkLst>
        </pc:spChg>
        <pc:spChg chg="mod">
          <ac:chgData name="Evgeny Solovyev" userId="bcfa930f-b6be-4bbb-aeb8-5203be9dadaa" providerId="ADAL" clId="{1EFE3360-E146-46A4-B0AD-8F3052C6188E}" dt="2022-12-10T09:51:24.337" v="944" actId="1076"/>
          <ac:spMkLst>
            <pc:docMk/>
            <pc:sldMk cId="4200671645" sldId="1300"/>
            <ac:spMk id="11" creationId="{D3EE9D2D-9053-B805-21C5-4A763592F1C4}"/>
          </ac:spMkLst>
        </pc:spChg>
        <pc:spChg chg="mod">
          <ac:chgData name="Evgeny Solovyev" userId="bcfa930f-b6be-4bbb-aeb8-5203be9dadaa" providerId="ADAL" clId="{1EFE3360-E146-46A4-B0AD-8F3052C6188E}" dt="2022-12-10T09:51:24.337" v="944" actId="1076"/>
          <ac:spMkLst>
            <pc:docMk/>
            <pc:sldMk cId="4200671645" sldId="1300"/>
            <ac:spMk id="12" creationId="{659E7E72-8974-778B-B426-C8DFF78FFA0E}"/>
          </ac:spMkLst>
        </pc:spChg>
        <pc:spChg chg="mod">
          <ac:chgData name="Evgeny Solovyev" userId="bcfa930f-b6be-4bbb-aeb8-5203be9dadaa" providerId="ADAL" clId="{1EFE3360-E146-46A4-B0AD-8F3052C6188E}" dt="2022-12-10T09:51:24.337" v="944" actId="1076"/>
          <ac:spMkLst>
            <pc:docMk/>
            <pc:sldMk cId="4200671645" sldId="1300"/>
            <ac:spMk id="13" creationId="{11694737-4CA0-4872-7061-16DF3A7C3218}"/>
          </ac:spMkLst>
        </pc:spChg>
        <pc:spChg chg="mod">
          <ac:chgData name="Evgeny Solovyev" userId="bcfa930f-b6be-4bbb-aeb8-5203be9dadaa" providerId="ADAL" clId="{1EFE3360-E146-46A4-B0AD-8F3052C6188E}" dt="2022-12-10T09:51:24.337" v="944" actId="1076"/>
          <ac:spMkLst>
            <pc:docMk/>
            <pc:sldMk cId="4200671645" sldId="1300"/>
            <ac:spMk id="14" creationId="{3E01AEE0-E001-9BD0-8532-55F2D1270236}"/>
          </ac:spMkLst>
        </pc:spChg>
        <pc:picChg chg="mod">
          <ac:chgData name="Evgeny Solovyev" userId="bcfa930f-b6be-4bbb-aeb8-5203be9dadaa" providerId="ADAL" clId="{1EFE3360-E146-46A4-B0AD-8F3052C6188E}" dt="2022-12-10T09:49:44.196" v="922" actId="14100"/>
          <ac:picMkLst>
            <pc:docMk/>
            <pc:sldMk cId="4200671645" sldId="1300"/>
            <ac:picMk id="5" creationId="{EFA0FC32-762F-B537-938A-9B07BCA5DF9D}"/>
          </ac:picMkLst>
        </pc:picChg>
        <pc:picChg chg="mod">
          <ac:chgData name="Evgeny Solovyev" userId="bcfa930f-b6be-4bbb-aeb8-5203be9dadaa" providerId="ADAL" clId="{1EFE3360-E146-46A4-B0AD-8F3052C6188E}" dt="2022-12-10T09:51:24.337" v="944" actId="1076"/>
          <ac:picMkLst>
            <pc:docMk/>
            <pc:sldMk cId="4200671645" sldId="1300"/>
            <ac:picMk id="16" creationId="{4BBDA67A-6E88-944C-1621-37EECC9FFEE5}"/>
          </ac:picMkLst>
        </pc:picChg>
        <pc:picChg chg="mod">
          <ac:chgData name="Evgeny Solovyev" userId="bcfa930f-b6be-4bbb-aeb8-5203be9dadaa" providerId="ADAL" clId="{1EFE3360-E146-46A4-B0AD-8F3052C6188E}" dt="2022-12-10T09:51:24.337" v="944" actId="1076"/>
          <ac:picMkLst>
            <pc:docMk/>
            <pc:sldMk cId="4200671645" sldId="1300"/>
            <ac:picMk id="20" creationId="{C96B1BA9-237E-3124-C8A3-A0C46117993B}"/>
          </ac:picMkLst>
        </pc:picChg>
        <pc:picChg chg="mod">
          <ac:chgData name="Evgeny Solovyev" userId="bcfa930f-b6be-4bbb-aeb8-5203be9dadaa" providerId="ADAL" clId="{1EFE3360-E146-46A4-B0AD-8F3052C6188E}" dt="2022-12-10T09:51:24.337" v="944" actId="1076"/>
          <ac:picMkLst>
            <pc:docMk/>
            <pc:sldMk cId="4200671645" sldId="1300"/>
            <ac:picMk id="22" creationId="{757E6B57-51D3-1022-406E-63E59AC7530D}"/>
          </ac:picMkLst>
        </pc:picChg>
        <pc:picChg chg="mod">
          <ac:chgData name="Evgeny Solovyev" userId="bcfa930f-b6be-4bbb-aeb8-5203be9dadaa" providerId="ADAL" clId="{1EFE3360-E146-46A4-B0AD-8F3052C6188E}" dt="2022-12-10T09:51:24.337" v="944" actId="1076"/>
          <ac:picMkLst>
            <pc:docMk/>
            <pc:sldMk cId="4200671645" sldId="1300"/>
            <ac:picMk id="24" creationId="{064386C5-10C4-2068-87F4-5C4DDBF687E7}"/>
          </ac:picMkLst>
        </pc:picChg>
        <pc:picChg chg="add mod">
          <ac:chgData name="Evgeny Solovyev" userId="bcfa930f-b6be-4bbb-aeb8-5203be9dadaa" providerId="ADAL" clId="{1EFE3360-E146-46A4-B0AD-8F3052C6188E}" dt="2022-12-10T09:51:56.346" v="950" actId="1076"/>
          <ac:picMkLst>
            <pc:docMk/>
            <pc:sldMk cId="4200671645" sldId="1300"/>
            <ac:picMk id="1026" creationId="{DC8F1A72-FC4E-8E87-F66E-C336DF366141}"/>
          </ac:picMkLst>
        </pc:picChg>
        <pc:picChg chg="mod">
          <ac:chgData name="Evgeny Solovyev" userId="bcfa930f-b6be-4bbb-aeb8-5203be9dadaa" providerId="ADAL" clId="{1EFE3360-E146-46A4-B0AD-8F3052C6188E}" dt="2022-12-10T09:51:47.803" v="948" actId="1076"/>
          <ac:picMkLst>
            <pc:docMk/>
            <pc:sldMk cId="4200671645" sldId="1300"/>
            <ac:picMk id="8194" creationId="{CD5ED96E-C89E-176A-8C56-11D5A560CE90}"/>
          </ac:picMkLst>
        </pc:picChg>
        <pc:picChg chg="mod">
          <ac:chgData name="Evgeny Solovyev" userId="bcfa930f-b6be-4bbb-aeb8-5203be9dadaa" providerId="ADAL" clId="{1EFE3360-E146-46A4-B0AD-8F3052C6188E}" dt="2022-12-10T09:51:24.337" v="944" actId="1076"/>
          <ac:picMkLst>
            <pc:docMk/>
            <pc:sldMk cId="4200671645" sldId="1300"/>
            <ac:picMk id="8202" creationId="{F904D6DF-1A80-9D13-5C7B-164B6AC4C096}"/>
          </ac:picMkLst>
        </pc:picChg>
      </pc:sldChg>
      <pc:sldChg chg="addSp modSp mod modAnim">
        <pc:chgData name="Evgeny Solovyev" userId="bcfa930f-b6be-4bbb-aeb8-5203be9dadaa" providerId="ADAL" clId="{1EFE3360-E146-46A4-B0AD-8F3052C6188E}" dt="2022-12-06T14:58:50.618" v="114" actId="1076"/>
        <pc:sldMkLst>
          <pc:docMk/>
          <pc:sldMk cId="4262771449" sldId="1304"/>
        </pc:sldMkLst>
        <pc:spChg chg="add mod">
          <ac:chgData name="Evgeny Solovyev" userId="bcfa930f-b6be-4bbb-aeb8-5203be9dadaa" providerId="ADAL" clId="{1EFE3360-E146-46A4-B0AD-8F3052C6188E}" dt="2022-12-06T14:47:21.287" v="71" actId="1076"/>
          <ac:spMkLst>
            <pc:docMk/>
            <pc:sldMk cId="4262771449" sldId="1304"/>
            <ac:spMk id="4" creationId="{A48BC9D1-E9B2-B9E9-AA9E-F8F71E019840}"/>
          </ac:spMkLst>
        </pc:spChg>
        <pc:spChg chg="add mod">
          <ac:chgData name="Evgeny Solovyev" userId="bcfa930f-b6be-4bbb-aeb8-5203be9dadaa" providerId="ADAL" clId="{1EFE3360-E146-46A4-B0AD-8F3052C6188E}" dt="2022-12-06T14:58:33.419" v="112" actId="207"/>
          <ac:spMkLst>
            <pc:docMk/>
            <pc:sldMk cId="4262771449" sldId="1304"/>
            <ac:spMk id="5" creationId="{1B3EDAA2-6966-8792-2BC7-200B2154A639}"/>
          </ac:spMkLst>
        </pc:spChg>
        <pc:spChg chg="add mod">
          <ac:chgData name="Evgeny Solovyev" userId="bcfa930f-b6be-4bbb-aeb8-5203be9dadaa" providerId="ADAL" clId="{1EFE3360-E146-46A4-B0AD-8F3052C6188E}" dt="2022-12-06T14:57:05.770" v="101" actId="1076"/>
          <ac:spMkLst>
            <pc:docMk/>
            <pc:sldMk cId="4262771449" sldId="1304"/>
            <ac:spMk id="6" creationId="{071D9E55-3B9E-7442-DB2B-4EDA978FEF77}"/>
          </ac:spMkLst>
        </pc:spChg>
        <pc:spChg chg="add mod">
          <ac:chgData name="Evgeny Solovyev" userId="bcfa930f-b6be-4bbb-aeb8-5203be9dadaa" providerId="ADAL" clId="{1EFE3360-E146-46A4-B0AD-8F3052C6188E}" dt="2022-12-06T14:58:45.941" v="113" actId="1076"/>
          <ac:spMkLst>
            <pc:docMk/>
            <pc:sldMk cId="4262771449" sldId="1304"/>
            <ac:spMk id="7" creationId="{03D32CA8-5AEC-0904-7038-19A34942BC3D}"/>
          </ac:spMkLst>
        </pc:spChg>
        <pc:spChg chg="add mod">
          <ac:chgData name="Evgeny Solovyev" userId="bcfa930f-b6be-4bbb-aeb8-5203be9dadaa" providerId="ADAL" clId="{1EFE3360-E146-46A4-B0AD-8F3052C6188E}" dt="2022-12-06T14:58:50.618" v="114" actId="1076"/>
          <ac:spMkLst>
            <pc:docMk/>
            <pc:sldMk cId="4262771449" sldId="1304"/>
            <ac:spMk id="8" creationId="{608DD875-5400-CBA8-F620-6EB29417FB4D}"/>
          </ac:spMkLst>
        </pc:spChg>
        <pc:spChg chg="add mod">
          <ac:chgData name="Evgeny Solovyev" userId="bcfa930f-b6be-4bbb-aeb8-5203be9dadaa" providerId="ADAL" clId="{1EFE3360-E146-46A4-B0AD-8F3052C6188E}" dt="2022-12-06T14:47:02.292" v="66" actId="1076"/>
          <ac:spMkLst>
            <pc:docMk/>
            <pc:sldMk cId="4262771449" sldId="1304"/>
            <ac:spMk id="9" creationId="{287A9C17-DA8C-63CE-8A20-A6CACA001C73}"/>
          </ac:spMkLst>
        </pc:spChg>
        <pc:spChg chg="add mod">
          <ac:chgData name="Evgeny Solovyev" userId="bcfa930f-b6be-4bbb-aeb8-5203be9dadaa" providerId="ADAL" clId="{1EFE3360-E146-46A4-B0AD-8F3052C6188E}" dt="2022-12-06T14:47:02.292" v="66" actId="1076"/>
          <ac:spMkLst>
            <pc:docMk/>
            <pc:sldMk cId="4262771449" sldId="1304"/>
            <ac:spMk id="10" creationId="{61F0F4C8-2AF0-EE5A-378A-59FCDE91EA0E}"/>
          </ac:spMkLst>
        </pc:spChg>
        <pc:spChg chg="add mod">
          <ac:chgData name="Evgeny Solovyev" userId="bcfa930f-b6be-4bbb-aeb8-5203be9dadaa" providerId="ADAL" clId="{1EFE3360-E146-46A4-B0AD-8F3052C6188E}" dt="2022-12-06T14:47:02.292" v="66" actId="1076"/>
          <ac:spMkLst>
            <pc:docMk/>
            <pc:sldMk cId="4262771449" sldId="1304"/>
            <ac:spMk id="11" creationId="{3D5B67FB-B6C3-7C0E-C658-3D34578786DD}"/>
          </ac:spMkLst>
        </pc:spChg>
        <pc:spChg chg="add mod">
          <ac:chgData name="Evgeny Solovyev" userId="bcfa930f-b6be-4bbb-aeb8-5203be9dadaa" providerId="ADAL" clId="{1EFE3360-E146-46A4-B0AD-8F3052C6188E}" dt="2022-12-06T14:47:02.292" v="66" actId="1076"/>
          <ac:spMkLst>
            <pc:docMk/>
            <pc:sldMk cId="4262771449" sldId="1304"/>
            <ac:spMk id="12" creationId="{F333D520-E833-8C52-7D32-9945E78481E2}"/>
          </ac:spMkLst>
        </pc:spChg>
        <pc:spChg chg="add mod">
          <ac:chgData name="Evgeny Solovyev" userId="bcfa930f-b6be-4bbb-aeb8-5203be9dadaa" providerId="ADAL" clId="{1EFE3360-E146-46A4-B0AD-8F3052C6188E}" dt="2022-12-06T14:47:02.292" v="66" actId="1076"/>
          <ac:spMkLst>
            <pc:docMk/>
            <pc:sldMk cId="4262771449" sldId="1304"/>
            <ac:spMk id="13" creationId="{B779EAEF-8938-D202-1116-8DFE5941E8AA}"/>
          </ac:spMkLst>
        </pc:spChg>
        <pc:spChg chg="mod">
          <ac:chgData name="Evgeny Solovyev" userId="bcfa930f-b6be-4bbb-aeb8-5203be9dadaa" providerId="ADAL" clId="{1EFE3360-E146-46A4-B0AD-8F3052C6188E}" dt="2022-12-06T14:47:07.548" v="68" actId="14100"/>
          <ac:spMkLst>
            <pc:docMk/>
            <pc:sldMk cId="4262771449" sldId="1304"/>
            <ac:spMk id="16" creationId="{029FD22E-F678-085A-5926-A8470337FA8E}"/>
          </ac:spMkLst>
        </pc:spChg>
        <pc:spChg chg="mod">
          <ac:chgData name="Evgeny Solovyev" userId="bcfa930f-b6be-4bbb-aeb8-5203be9dadaa" providerId="ADAL" clId="{1EFE3360-E146-46A4-B0AD-8F3052C6188E}" dt="2022-12-06T14:47:07.548" v="68" actId="14100"/>
          <ac:spMkLst>
            <pc:docMk/>
            <pc:sldMk cId="4262771449" sldId="1304"/>
            <ac:spMk id="17" creationId="{2F836DAE-7C6B-2B5F-C1C5-00745C0A2DC2}"/>
          </ac:spMkLst>
        </pc:spChg>
        <pc:grpChg chg="add mod">
          <ac:chgData name="Evgeny Solovyev" userId="bcfa930f-b6be-4bbb-aeb8-5203be9dadaa" providerId="ADAL" clId="{1EFE3360-E146-46A4-B0AD-8F3052C6188E}" dt="2022-12-06T14:47:07.548" v="68" actId="14100"/>
          <ac:grpSpMkLst>
            <pc:docMk/>
            <pc:sldMk cId="4262771449" sldId="1304"/>
            <ac:grpSpMk id="14" creationId="{8D3C2185-77CA-D30E-E647-04984D662510}"/>
          </ac:grpSpMkLst>
        </pc:grpChg>
        <pc:picChg chg="mod">
          <ac:chgData name="Evgeny Solovyev" userId="bcfa930f-b6be-4bbb-aeb8-5203be9dadaa" providerId="ADAL" clId="{1EFE3360-E146-46A4-B0AD-8F3052C6188E}" dt="2022-12-06T14:47:07.548" v="68" actId="14100"/>
          <ac:picMkLst>
            <pc:docMk/>
            <pc:sldMk cId="4262771449" sldId="1304"/>
            <ac:picMk id="15" creationId="{C51444A6-9DFA-A90F-210C-7E1F19B595D1}"/>
          </ac:picMkLst>
        </pc:picChg>
        <pc:picChg chg="add mod">
          <ac:chgData name="Evgeny Solovyev" userId="bcfa930f-b6be-4bbb-aeb8-5203be9dadaa" providerId="ADAL" clId="{1EFE3360-E146-46A4-B0AD-8F3052C6188E}" dt="2022-12-06T14:57:07.420" v="102" actId="1076"/>
          <ac:picMkLst>
            <pc:docMk/>
            <pc:sldMk cId="4262771449" sldId="1304"/>
            <ac:picMk id="18" creationId="{995AE5C3-3215-A847-FF81-53C6347D77DD}"/>
          </ac:picMkLst>
        </pc:picChg>
        <pc:picChg chg="add mod">
          <ac:chgData name="Evgeny Solovyev" userId="bcfa930f-b6be-4bbb-aeb8-5203be9dadaa" providerId="ADAL" clId="{1EFE3360-E146-46A4-B0AD-8F3052C6188E}" dt="2022-12-06T14:57:18.122" v="104" actId="1076"/>
          <ac:picMkLst>
            <pc:docMk/>
            <pc:sldMk cId="4262771449" sldId="1304"/>
            <ac:picMk id="1026" creationId="{93081A38-AFA7-BE5B-D7F2-D39BEC65AF65}"/>
          </ac:picMkLst>
        </pc:picChg>
        <pc:picChg chg="add mod">
          <ac:chgData name="Evgeny Solovyev" userId="bcfa930f-b6be-4bbb-aeb8-5203be9dadaa" providerId="ADAL" clId="{1EFE3360-E146-46A4-B0AD-8F3052C6188E}" dt="2022-12-06T14:58:20.244" v="109" actId="1076"/>
          <ac:picMkLst>
            <pc:docMk/>
            <pc:sldMk cId="4262771449" sldId="1304"/>
            <ac:picMk id="1028" creationId="{4DF4B146-698F-ED2C-0517-FF2B82A875B9}"/>
          </ac:picMkLst>
        </pc:picChg>
      </pc:sldChg>
      <pc:sldChg chg="new">
        <pc:chgData name="Evgeny Solovyev" userId="bcfa930f-b6be-4bbb-aeb8-5203be9dadaa" providerId="ADAL" clId="{1EFE3360-E146-46A4-B0AD-8F3052C6188E}" dt="2022-12-06T11:23:52.496" v="0" actId="680"/>
        <pc:sldMkLst>
          <pc:docMk/>
          <pc:sldMk cId="4130000649" sldId="1313"/>
        </pc:sldMkLst>
      </pc:sldChg>
      <pc:sldChg chg="new">
        <pc:chgData name="Evgeny Solovyev" userId="bcfa930f-b6be-4bbb-aeb8-5203be9dadaa" providerId="ADAL" clId="{1EFE3360-E146-46A4-B0AD-8F3052C6188E}" dt="2022-12-06T11:23:53.645" v="1" actId="680"/>
        <pc:sldMkLst>
          <pc:docMk/>
          <pc:sldMk cId="3409272957" sldId="1314"/>
        </pc:sldMkLst>
      </pc:sldChg>
      <pc:sldChg chg="new">
        <pc:chgData name="Evgeny Solovyev" userId="bcfa930f-b6be-4bbb-aeb8-5203be9dadaa" providerId="ADAL" clId="{1EFE3360-E146-46A4-B0AD-8F3052C6188E}" dt="2022-12-06T11:23:53.899" v="2" actId="680"/>
        <pc:sldMkLst>
          <pc:docMk/>
          <pc:sldMk cId="1448167830" sldId="1315"/>
        </pc:sldMkLst>
      </pc:sldChg>
      <pc:sldChg chg="addSp delSp modSp mod delAnim modAnim">
        <pc:chgData name="Evgeny Solovyev" userId="bcfa930f-b6be-4bbb-aeb8-5203be9dadaa" providerId="ADAL" clId="{1EFE3360-E146-46A4-B0AD-8F3052C6188E}" dt="2022-12-10T09:56:49.826" v="960" actId="478"/>
        <pc:sldMkLst>
          <pc:docMk/>
          <pc:sldMk cId="3624377177" sldId="1318"/>
        </pc:sldMkLst>
        <pc:picChg chg="add del mod">
          <ac:chgData name="Evgeny Solovyev" userId="bcfa930f-b6be-4bbb-aeb8-5203be9dadaa" providerId="ADAL" clId="{1EFE3360-E146-46A4-B0AD-8F3052C6188E}" dt="2022-12-10T09:56:49.826" v="960" actId="478"/>
          <ac:picMkLst>
            <pc:docMk/>
            <pc:sldMk cId="3624377177" sldId="1318"/>
            <ac:picMk id="4" creationId="{39DD46BF-5425-F398-4E0C-41370EC45F1E}"/>
          </ac:picMkLst>
        </pc:picChg>
      </pc:sldChg>
      <pc:sldChg chg="addSp modSp mod">
        <pc:chgData name="Evgeny Solovyev" userId="bcfa930f-b6be-4bbb-aeb8-5203be9dadaa" providerId="ADAL" clId="{1EFE3360-E146-46A4-B0AD-8F3052C6188E}" dt="2022-12-09T06:44:58.959" v="233" actId="14100"/>
        <pc:sldMkLst>
          <pc:docMk/>
          <pc:sldMk cId="541355760" sldId="1321"/>
        </pc:sldMkLst>
        <pc:spChg chg="add mod">
          <ac:chgData name="Evgeny Solovyev" userId="bcfa930f-b6be-4bbb-aeb8-5203be9dadaa" providerId="ADAL" clId="{1EFE3360-E146-46A4-B0AD-8F3052C6188E}" dt="2022-12-09T06:44:58.959" v="233" actId="14100"/>
          <ac:spMkLst>
            <pc:docMk/>
            <pc:sldMk cId="541355760" sldId="1321"/>
            <ac:spMk id="9" creationId="{D08D76D6-A822-64E0-1F00-3D56CCACD705}"/>
          </ac:spMkLst>
        </pc:spChg>
      </pc:sldChg>
      <pc:sldChg chg="addSp delSp modSp mod delAnim modAnim">
        <pc:chgData name="Evgeny Solovyev" userId="bcfa930f-b6be-4bbb-aeb8-5203be9dadaa" providerId="ADAL" clId="{1EFE3360-E146-46A4-B0AD-8F3052C6188E}" dt="2022-12-09T16:58:31.113" v="406" actId="1076"/>
        <pc:sldMkLst>
          <pc:docMk/>
          <pc:sldMk cId="494428182" sldId="1322"/>
        </pc:sldMkLst>
        <pc:spChg chg="add mod">
          <ac:chgData name="Evgeny Solovyev" userId="bcfa930f-b6be-4bbb-aeb8-5203be9dadaa" providerId="ADAL" clId="{1EFE3360-E146-46A4-B0AD-8F3052C6188E}" dt="2022-12-09T06:05:04.844" v="119" actId="404"/>
          <ac:spMkLst>
            <pc:docMk/>
            <pc:sldMk cId="494428182" sldId="1322"/>
            <ac:spMk id="2" creationId="{BB230009-1BD7-0D96-F413-D339E4C53725}"/>
          </ac:spMkLst>
        </pc:spChg>
        <pc:spChg chg="add mod">
          <ac:chgData name="Evgeny Solovyev" userId="bcfa930f-b6be-4bbb-aeb8-5203be9dadaa" providerId="ADAL" clId="{1EFE3360-E146-46A4-B0AD-8F3052C6188E}" dt="2022-12-09T13:02:45.036" v="370" actId="1076"/>
          <ac:spMkLst>
            <pc:docMk/>
            <pc:sldMk cId="494428182" sldId="1322"/>
            <ac:spMk id="3" creationId="{DDB35808-A907-060D-E01A-5AE6E88C5F83}"/>
          </ac:spMkLst>
        </pc:spChg>
        <pc:spChg chg="add mod">
          <ac:chgData name="Evgeny Solovyev" userId="bcfa930f-b6be-4bbb-aeb8-5203be9dadaa" providerId="ADAL" clId="{1EFE3360-E146-46A4-B0AD-8F3052C6188E}" dt="2022-12-09T13:01:48.913" v="367" actId="1076"/>
          <ac:spMkLst>
            <pc:docMk/>
            <pc:sldMk cId="494428182" sldId="1322"/>
            <ac:spMk id="4" creationId="{82877384-FCBF-1499-4E0D-AB8C507597CA}"/>
          </ac:spMkLst>
        </pc:spChg>
        <pc:spChg chg="add mod">
          <ac:chgData name="Evgeny Solovyev" userId="bcfa930f-b6be-4bbb-aeb8-5203be9dadaa" providerId="ADAL" clId="{1EFE3360-E146-46A4-B0AD-8F3052C6188E}" dt="2022-12-09T16:58:31.113" v="406" actId="1076"/>
          <ac:spMkLst>
            <pc:docMk/>
            <pc:sldMk cId="494428182" sldId="1322"/>
            <ac:spMk id="5" creationId="{CB8019DB-AC53-DA19-5AB5-98EA9FD1EDB1}"/>
          </ac:spMkLst>
        </pc:spChg>
        <pc:spChg chg="add del mod">
          <ac:chgData name="Evgeny Solovyev" userId="bcfa930f-b6be-4bbb-aeb8-5203be9dadaa" providerId="ADAL" clId="{1EFE3360-E146-46A4-B0AD-8F3052C6188E}" dt="2022-12-09T10:49:23.043" v="298" actId="478"/>
          <ac:spMkLst>
            <pc:docMk/>
            <pc:sldMk cId="494428182" sldId="1322"/>
            <ac:spMk id="6" creationId="{1E0748E8-D00C-C0E1-9E6C-B0366ED320B2}"/>
          </ac:spMkLst>
        </pc:spChg>
        <pc:spChg chg="add mod">
          <ac:chgData name="Evgeny Solovyev" userId="bcfa930f-b6be-4bbb-aeb8-5203be9dadaa" providerId="ADAL" clId="{1EFE3360-E146-46A4-B0AD-8F3052C6188E}" dt="2022-12-09T10:43:51.944" v="275" actId="1076"/>
          <ac:spMkLst>
            <pc:docMk/>
            <pc:sldMk cId="494428182" sldId="1322"/>
            <ac:spMk id="7" creationId="{5B822AF1-636D-776A-398E-CB7CCE244A1B}"/>
          </ac:spMkLst>
        </pc:spChg>
        <pc:spChg chg="add mod">
          <ac:chgData name="Evgeny Solovyev" userId="bcfa930f-b6be-4bbb-aeb8-5203be9dadaa" providerId="ADAL" clId="{1EFE3360-E146-46A4-B0AD-8F3052C6188E}" dt="2022-12-09T12:26:47.883" v="358" actId="1076"/>
          <ac:spMkLst>
            <pc:docMk/>
            <pc:sldMk cId="494428182" sldId="1322"/>
            <ac:spMk id="8" creationId="{C0BE56D1-8349-2C86-0A33-D653A73B55D5}"/>
          </ac:spMkLst>
        </pc:spChg>
        <pc:spChg chg="add mod">
          <ac:chgData name="Evgeny Solovyev" userId="bcfa930f-b6be-4bbb-aeb8-5203be9dadaa" providerId="ADAL" clId="{1EFE3360-E146-46A4-B0AD-8F3052C6188E}" dt="2022-12-09T12:20:18.267" v="323" actId="20577"/>
          <ac:spMkLst>
            <pc:docMk/>
            <pc:sldMk cId="494428182" sldId="1322"/>
            <ac:spMk id="9" creationId="{7268D703-4668-7100-1044-9A45F40FDBCB}"/>
          </ac:spMkLst>
        </pc:spChg>
        <pc:spChg chg="add mod">
          <ac:chgData name="Evgeny Solovyev" userId="bcfa930f-b6be-4bbb-aeb8-5203be9dadaa" providerId="ADAL" clId="{1EFE3360-E146-46A4-B0AD-8F3052C6188E}" dt="2022-12-09T12:21:31.972" v="335" actId="14100"/>
          <ac:spMkLst>
            <pc:docMk/>
            <pc:sldMk cId="494428182" sldId="1322"/>
            <ac:spMk id="10" creationId="{1ADC34FE-37DC-324B-340B-9D6A38B67F5D}"/>
          </ac:spMkLst>
        </pc:spChg>
        <pc:spChg chg="add mod">
          <ac:chgData name="Evgeny Solovyev" userId="bcfa930f-b6be-4bbb-aeb8-5203be9dadaa" providerId="ADAL" clId="{1EFE3360-E146-46A4-B0AD-8F3052C6188E}" dt="2022-12-09T12:21:08.849" v="334" actId="1076"/>
          <ac:spMkLst>
            <pc:docMk/>
            <pc:sldMk cId="494428182" sldId="1322"/>
            <ac:spMk id="12" creationId="{E427CF12-E6C7-3320-10B4-8F813223BBD1}"/>
          </ac:spMkLst>
        </pc:spChg>
        <pc:picChg chg="add mod">
          <ac:chgData name="Evgeny Solovyev" userId="bcfa930f-b6be-4bbb-aeb8-5203be9dadaa" providerId="ADAL" clId="{1EFE3360-E146-46A4-B0AD-8F3052C6188E}" dt="2022-12-09T12:21:01.551" v="333" actId="1076"/>
          <ac:picMkLst>
            <pc:docMk/>
            <pc:sldMk cId="494428182" sldId="1322"/>
            <ac:picMk id="11" creationId="{F3428C44-EFB5-22CE-5C13-8C6FF9EB97FE}"/>
          </ac:picMkLst>
        </pc:picChg>
        <pc:picChg chg="add mod">
          <ac:chgData name="Evgeny Solovyev" userId="bcfa930f-b6be-4bbb-aeb8-5203be9dadaa" providerId="ADAL" clId="{1EFE3360-E146-46A4-B0AD-8F3052C6188E}" dt="2022-12-09T12:26:16.415" v="350" actId="1076"/>
          <ac:picMkLst>
            <pc:docMk/>
            <pc:sldMk cId="494428182" sldId="1322"/>
            <ac:picMk id="13" creationId="{A1DB61BF-B8D4-BCEA-A5CB-D37F506FB802}"/>
          </ac:picMkLst>
        </pc:picChg>
        <pc:picChg chg="add mod">
          <ac:chgData name="Evgeny Solovyev" userId="bcfa930f-b6be-4bbb-aeb8-5203be9dadaa" providerId="ADAL" clId="{1EFE3360-E146-46A4-B0AD-8F3052C6188E}" dt="2022-12-09T13:01:53.938" v="369" actId="14100"/>
          <ac:picMkLst>
            <pc:docMk/>
            <pc:sldMk cId="494428182" sldId="1322"/>
            <ac:picMk id="14" creationId="{9F81EB43-9C3C-A506-1FDE-EE04B0590A0C}"/>
          </ac:picMkLst>
        </pc:picChg>
        <pc:picChg chg="add del mod">
          <ac:chgData name="Evgeny Solovyev" userId="bcfa930f-b6be-4bbb-aeb8-5203be9dadaa" providerId="ADAL" clId="{1EFE3360-E146-46A4-B0AD-8F3052C6188E}" dt="2022-12-09T16:43:16.356" v="382" actId="478"/>
          <ac:picMkLst>
            <pc:docMk/>
            <pc:sldMk cId="494428182" sldId="1322"/>
            <ac:picMk id="15" creationId="{AAF27612-CFB1-DC04-1499-041C478C842A}"/>
          </ac:picMkLst>
        </pc:picChg>
        <pc:picChg chg="add mod">
          <ac:chgData name="Evgeny Solovyev" userId="bcfa930f-b6be-4bbb-aeb8-5203be9dadaa" providerId="ADAL" clId="{1EFE3360-E146-46A4-B0AD-8F3052C6188E}" dt="2022-12-09T16:43:23.689" v="386" actId="14100"/>
          <ac:picMkLst>
            <pc:docMk/>
            <pc:sldMk cId="494428182" sldId="1322"/>
            <ac:picMk id="16" creationId="{65012E4B-79B1-BDA9-631C-628584C7F596}"/>
          </ac:picMkLst>
        </pc:picChg>
        <pc:picChg chg="add mod">
          <ac:chgData name="Evgeny Solovyev" userId="bcfa930f-b6be-4bbb-aeb8-5203be9dadaa" providerId="ADAL" clId="{1EFE3360-E146-46A4-B0AD-8F3052C6188E}" dt="2022-12-09T16:43:37.946" v="388" actId="14100"/>
          <ac:picMkLst>
            <pc:docMk/>
            <pc:sldMk cId="494428182" sldId="1322"/>
            <ac:picMk id="1026" creationId="{2C170D59-3A54-44AD-990B-D720BD576769}"/>
          </ac:picMkLst>
        </pc:picChg>
        <pc:picChg chg="add mod">
          <ac:chgData name="Evgeny Solovyev" userId="bcfa930f-b6be-4bbb-aeb8-5203be9dadaa" providerId="ADAL" clId="{1EFE3360-E146-46A4-B0AD-8F3052C6188E}" dt="2022-12-09T12:19:57.814" v="314" actId="1076"/>
          <ac:picMkLst>
            <pc:docMk/>
            <pc:sldMk cId="494428182" sldId="1322"/>
            <ac:picMk id="1028" creationId="{404FCB4B-CCD7-8CD2-A525-2B139F9D85A7}"/>
          </ac:picMkLst>
        </pc:picChg>
        <pc:picChg chg="add mod">
          <ac:chgData name="Evgeny Solovyev" userId="bcfa930f-b6be-4bbb-aeb8-5203be9dadaa" providerId="ADAL" clId="{1EFE3360-E146-46A4-B0AD-8F3052C6188E}" dt="2022-12-09T12:19:53.684" v="312" actId="1076"/>
          <ac:picMkLst>
            <pc:docMk/>
            <pc:sldMk cId="494428182" sldId="1322"/>
            <ac:picMk id="1030" creationId="{0B8BB089-21F4-3B70-D484-800519539110}"/>
          </ac:picMkLst>
        </pc:picChg>
        <pc:picChg chg="add mod">
          <ac:chgData name="Evgeny Solovyev" userId="bcfa930f-b6be-4bbb-aeb8-5203be9dadaa" providerId="ADAL" clId="{1EFE3360-E146-46A4-B0AD-8F3052C6188E}" dt="2022-12-09T12:26:25.458" v="353" actId="14100"/>
          <ac:picMkLst>
            <pc:docMk/>
            <pc:sldMk cId="494428182" sldId="1322"/>
            <ac:picMk id="1032" creationId="{B2C61DBF-49E7-8D2E-D63C-50A762A82EF7}"/>
          </ac:picMkLst>
        </pc:picChg>
      </pc:sldChg>
      <pc:sldChg chg="addSp delSp modSp mod modAnim">
        <pc:chgData name="Evgeny Solovyev" userId="bcfa930f-b6be-4bbb-aeb8-5203be9dadaa" providerId="ADAL" clId="{1EFE3360-E146-46A4-B0AD-8F3052C6188E}" dt="2022-12-09T18:59:08.689" v="610"/>
        <pc:sldMkLst>
          <pc:docMk/>
          <pc:sldMk cId="2018092939" sldId="1323"/>
        </pc:sldMkLst>
        <pc:spChg chg="add del mod">
          <ac:chgData name="Evgeny Solovyev" userId="bcfa930f-b6be-4bbb-aeb8-5203be9dadaa" providerId="ADAL" clId="{1EFE3360-E146-46A4-B0AD-8F3052C6188E}" dt="2022-12-09T18:23:27.175" v="530" actId="478"/>
          <ac:spMkLst>
            <pc:docMk/>
            <pc:sldMk cId="2018092939" sldId="1323"/>
            <ac:spMk id="2" creationId="{10700228-A566-9186-CB65-C9BFAAE8F2DE}"/>
          </ac:spMkLst>
        </pc:spChg>
        <pc:spChg chg="add del mod">
          <ac:chgData name="Evgeny Solovyev" userId="bcfa930f-b6be-4bbb-aeb8-5203be9dadaa" providerId="ADAL" clId="{1EFE3360-E146-46A4-B0AD-8F3052C6188E}" dt="2022-12-09T18:23:27.175" v="530" actId="478"/>
          <ac:spMkLst>
            <pc:docMk/>
            <pc:sldMk cId="2018092939" sldId="1323"/>
            <ac:spMk id="3" creationId="{6D8FBC4C-B142-E195-1F83-44F3D8C56DD9}"/>
          </ac:spMkLst>
        </pc:spChg>
        <pc:spChg chg="add del mod">
          <ac:chgData name="Evgeny Solovyev" userId="bcfa930f-b6be-4bbb-aeb8-5203be9dadaa" providerId="ADAL" clId="{1EFE3360-E146-46A4-B0AD-8F3052C6188E}" dt="2022-12-09T18:50:55.722" v="551" actId="1076"/>
          <ac:spMkLst>
            <pc:docMk/>
            <pc:sldMk cId="2018092939" sldId="1323"/>
            <ac:spMk id="7" creationId="{87818CA2-A783-C214-DEC5-DFDF236E3C76}"/>
          </ac:spMkLst>
        </pc:spChg>
        <pc:spChg chg="add del mod">
          <ac:chgData name="Evgeny Solovyev" userId="bcfa930f-b6be-4bbb-aeb8-5203be9dadaa" providerId="ADAL" clId="{1EFE3360-E146-46A4-B0AD-8F3052C6188E}" dt="2022-12-09T18:53:20.136" v="566" actId="1076"/>
          <ac:spMkLst>
            <pc:docMk/>
            <pc:sldMk cId="2018092939" sldId="1323"/>
            <ac:spMk id="8" creationId="{3400E4A8-46C6-AC0C-C4AF-24EEC570080B}"/>
          </ac:spMkLst>
        </pc:spChg>
        <pc:spChg chg="add del mod">
          <ac:chgData name="Evgeny Solovyev" userId="bcfa930f-b6be-4bbb-aeb8-5203be9dadaa" providerId="ADAL" clId="{1EFE3360-E146-46A4-B0AD-8F3052C6188E}" dt="2022-12-09T18:54:56.319" v="574" actId="465"/>
          <ac:spMkLst>
            <pc:docMk/>
            <pc:sldMk cId="2018092939" sldId="1323"/>
            <ac:spMk id="9" creationId="{65003C8E-AAD2-EF96-3F2C-97B27D51B760}"/>
          </ac:spMkLst>
        </pc:spChg>
        <pc:spChg chg="add del mod">
          <ac:chgData name="Evgeny Solovyev" userId="bcfa930f-b6be-4bbb-aeb8-5203be9dadaa" providerId="ADAL" clId="{1EFE3360-E146-46A4-B0AD-8F3052C6188E}" dt="2022-12-09T18:51:27.237" v="556" actId="1076"/>
          <ac:spMkLst>
            <pc:docMk/>
            <pc:sldMk cId="2018092939" sldId="1323"/>
            <ac:spMk id="10" creationId="{AA8FD0A0-94AE-D991-99D3-A17B6B10ACE7}"/>
          </ac:spMkLst>
        </pc:spChg>
        <pc:spChg chg="add del mod">
          <ac:chgData name="Evgeny Solovyev" userId="bcfa930f-b6be-4bbb-aeb8-5203be9dadaa" providerId="ADAL" clId="{1EFE3360-E146-46A4-B0AD-8F3052C6188E}" dt="2022-12-09T18:54:12.649" v="569" actId="1076"/>
          <ac:spMkLst>
            <pc:docMk/>
            <pc:sldMk cId="2018092939" sldId="1323"/>
            <ac:spMk id="11" creationId="{BBAAAC9A-38CC-4648-6C5C-44B8B9515527}"/>
          </ac:spMkLst>
        </pc:spChg>
        <pc:spChg chg="add del mod">
          <ac:chgData name="Evgeny Solovyev" userId="bcfa930f-b6be-4bbb-aeb8-5203be9dadaa" providerId="ADAL" clId="{1EFE3360-E146-46A4-B0AD-8F3052C6188E}" dt="2022-12-09T18:53:59.871" v="568" actId="1076"/>
          <ac:spMkLst>
            <pc:docMk/>
            <pc:sldMk cId="2018092939" sldId="1323"/>
            <ac:spMk id="12" creationId="{67A2EE91-590D-5D51-06C3-B33B421526AE}"/>
          </ac:spMkLst>
        </pc:spChg>
        <pc:spChg chg="add del mod">
          <ac:chgData name="Evgeny Solovyev" userId="bcfa930f-b6be-4bbb-aeb8-5203be9dadaa" providerId="ADAL" clId="{1EFE3360-E146-46A4-B0AD-8F3052C6188E}" dt="2022-12-09T18:53:59.871" v="568" actId="1076"/>
          <ac:spMkLst>
            <pc:docMk/>
            <pc:sldMk cId="2018092939" sldId="1323"/>
            <ac:spMk id="13" creationId="{54B9DA4D-7EB7-17FA-0C6A-7ABA1E77CAE4}"/>
          </ac:spMkLst>
        </pc:spChg>
        <pc:spChg chg="add del mod">
          <ac:chgData name="Evgeny Solovyev" userId="bcfa930f-b6be-4bbb-aeb8-5203be9dadaa" providerId="ADAL" clId="{1EFE3360-E146-46A4-B0AD-8F3052C6188E}" dt="2022-12-09T18:53:59.871" v="568" actId="1076"/>
          <ac:spMkLst>
            <pc:docMk/>
            <pc:sldMk cId="2018092939" sldId="1323"/>
            <ac:spMk id="14" creationId="{FDE5A4CD-DC05-E202-6022-8DEB62F3931D}"/>
          </ac:spMkLst>
        </pc:spChg>
        <pc:spChg chg="add del mod">
          <ac:chgData name="Evgeny Solovyev" userId="bcfa930f-b6be-4bbb-aeb8-5203be9dadaa" providerId="ADAL" clId="{1EFE3360-E146-46A4-B0AD-8F3052C6188E}" dt="2022-12-09T18:53:59.871" v="568" actId="1076"/>
          <ac:spMkLst>
            <pc:docMk/>
            <pc:sldMk cId="2018092939" sldId="1323"/>
            <ac:spMk id="15" creationId="{9DA8D99D-DF0A-F032-4BD7-8723940BDB32}"/>
          </ac:spMkLst>
        </pc:spChg>
        <pc:spChg chg="add mod">
          <ac:chgData name="Evgeny Solovyev" userId="bcfa930f-b6be-4bbb-aeb8-5203be9dadaa" providerId="ADAL" clId="{1EFE3360-E146-46A4-B0AD-8F3052C6188E}" dt="2022-12-09T18:54:56.319" v="574" actId="465"/>
          <ac:spMkLst>
            <pc:docMk/>
            <pc:sldMk cId="2018092939" sldId="1323"/>
            <ac:spMk id="16" creationId="{3689EFC1-2C60-83D3-6008-1B7E9B36ACEF}"/>
          </ac:spMkLst>
        </pc:spChg>
        <pc:picChg chg="add del mod">
          <ac:chgData name="Evgeny Solovyev" userId="bcfa930f-b6be-4bbb-aeb8-5203be9dadaa" providerId="ADAL" clId="{1EFE3360-E146-46A4-B0AD-8F3052C6188E}" dt="2022-12-09T17:22:23.334" v="422" actId="478"/>
          <ac:picMkLst>
            <pc:docMk/>
            <pc:sldMk cId="2018092939" sldId="1323"/>
            <ac:picMk id="4" creationId="{6B6E22B1-D96F-55C5-090A-E829E564AAF1}"/>
          </ac:picMkLst>
        </pc:picChg>
        <pc:picChg chg="add del mod">
          <ac:chgData name="Evgeny Solovyev" userId="bcfa930f-b6be-4bbb-aeb8-5203be9dadaa" providerId="ADAL" clId="{1EFE3360-E146-46A4-B0AD-8F3052C6188E}" dt="2022-12-09T18:51:59.479" v="561" actId="1076"/>
          <ac:picMkLst>
            <pc:docMk/>
            <pc:sldMk cId="2018092939" sldId="1323"/>
            <ac:picMk id="5" creationId="{0873CB1B-B041-BA63-ECD8-D440EA4BC422}"/>
          </ac:picMkLst>
        </pc:picChg>
        <pc:picChg chg="add del mod">
          <ac:chgData name="Evgeny Solovyev" userId="bcfa930f-b6be-4bbb-aeb8-5203be9dadaa" providerId="ADAL" clId="{1EFE3360-E146-46A4-B0AD-8F3052C6188E}" dt="2022-12-09T17:23:44.213" v="429" actId="478"/>
          <ac:picMkLst>
            <pc:docMk/>
            <pc:sldMk cId="2018092939" sldId="1323"/>
            <ac:picMk id="6" creationId="{D5F1BEDD-56D0-AE50-F54E-D568199A62D7}"/>
          </ac:picMkLst>
        </pc:picChg>
        <pc:picChg chg="add mod">
          <ac:chgData name="Evgeny Solovyev" userId="bcfa930f-b6be-4bbb-aeb8-5203be9dadaa" providerId="ADAL" clId="{1EFE3360-E146-46A4-B0AD-8F3052C6188E}" dt="2022-12-09T18:51:53.241" v="560" actId="1076"/>
          <ac:picMkLst>
            <pc:docMk/>
            <pc:sldMk cId="2018092939" sldId="1323"/>
            <ac:picMk id="17" creationId="{B54B54A3-1B5F-FBDB-B085-CEF6A2DA5D2B}"/>
          </ac:picMkLst>
        </pc:picChg>
        <pc:picChg chg="add del mod">
          <ac:chgData name="Evgeny Solovyev" userId="bcfa930f-b6be-4bbb-aeb8-5203be9dadaa" providerId="ADAL" clId="{1EFE3360-E146-46A4-B0AD-8F3052C6188E}" dt="2022-12-09T18:51:59.479" v="561" actId="1076"/>
          <ac:picMkLst>
            <pc:docMk/>
            <pc:sldMk cId="2018092939" sldId="1323"/>
            <ac:picMk id="2050" creationId="{16BEA77D-F514-9100-EA38-17CF89CC5BA7}"/>
          </ac:picMkLst>
        </pc:picChg>
        <pc:picChg chg="add del mod">
          <ac:chgData name="Evgeny Solovyev" userId="bcfa930f-b6be-4bbb-aeb8-5203be9dadaa" providerId="ADAL" clId="{1EFE3360-E146-46A4-B0AD-8F3052C6188E}" dt="2022-12-09T18:51:59.479" v="561" actId="1076"/>
          <ac:picMkLst>
            <pc:docMk/>
            <pc:sldMk cId="2018092939" sldId="1323"/>
            <ac:picMk id="2052" creationId="{7DCF28FA-F153-1B8F-E320-D435377E1D6C}"/>
          </ac:picMkLst>
        </pc:picChg>
        <pc:picChg chg="add mod">
          <ac:chgData name="Evgeny Solovyev" userId="bcfa930f-b6be-4bbb-aeb8-5203be9dadaa" providerId="ADAL" clId="{1EFE3360-E146-46A4-B0AD-8F3052C6188E}" dt="2022-12-09T18:55:30.775" v="578" actId="1076"/>
          <ac:picMkLst>
            <pc:docMk/>
            <pc:sldMk cId="2018092939" sldId="1323"/>
            <ac:picMk id="2054" creationId="{1F94A12B-9F7D-D88F-82E2-4AD505CACDC6}"/>
          </ac:picMkLst>
        </pc:picChg>
        <pc:picChg chg="add mod">
          <ac:chgData name="Evgeny Solovyev" userId="bcfa930f-b6be-4bbb-aeb8-5203be9dadaa" providerId="ADAL" clId="{1EFE3360-E146-46A4-B0AD-8F3052C6188E}" dt="2022-12-09T18:56:30.107" v="585" actId="1076"/>
          <ac:picMkLst>
            <pc:docMk/>
            <pc:sldMk cId="2018092939" sldId="1323"/>
            <ac:picMk id="2056" creationId="{1B65381A-4A2F-FD4A-C342-EBD2FC6B47C7}"/>
          </ac:picMkLst>
        </pc:picChg>
        <pc:picChg chg="add mod">
          <ac:chgData name="Evgeny Solovyev" userId="bcfa930f-b6be-4bbb-aeb8-5203be9dadaa" providerId="ADAL" clId="{1EFE3360-E146-46A4-B0AD-8F3052C6188E}" dt="2022-12-09T18:56:27.264" v="584" actId="1076"/>
          <ac:picMkLst>
            <pc:docMk/>
            <pc:sldMk cId="2018092939" sldId="1323"/>
            <ac:picMk id="2058" creationId="{62981692-4053-A9B5-D4F7-FB6CD3A05314}"/>
          </ac:picMkLst>
        </pc:picChg>
        <pc:picChg chg="add mod">
          <ac:chgData name="Evgeny Solovyev" userId="bcfa930f-b6be-4bbb-aeb8-5203be9dadaa" providerId="ADAL" clId="{1EFE3360-E146-46A4-B0AD-8F3052C6188E}" dt="2022-12-09T18:57:19.345" v="594" actId="1076"/>
          <ac:picMkLst>
            <pc:docMk/>
            <pc:sldMk cId="2018092939" sldId="1323"/>
            <ac:picMk id="2060" creationId="{7099E927-56CC-86BC-A0CD-0A464E017257}"/>
          </ac:picMkLst>
        </pc:picChg>
      </pc:sldChg>
      <pc:sldChg chg="addSp modSp mod modAnim">
        <pc:chgData name="Evgeny Solovyev" userId="bcfa930f-b6be-4bbb-aeb8-5203be9dadaa" providerId="ADAL" clId="{1EFE3360-E146-46A4-B0AD-8F3052C6188E}" dt="2022-12-09T21:16:19.434" v="838" actId="1076"/>
        <pc:sldMkLst>
          <pc:docMk/>
          <pc:sldMk cId="3882626997" sldId="1324"/>
        </pc:sldMkLst>
        <pc:spChg chg="add mod">
          <ac:chgData name="Evgeny Solovyev" userId="bcfa930f-b6be-4bbb-aeb8-5203be9dadaa" providerId="ADAL" clId="{1EFE3360-E146-46A4-B0AD-8F3052C6188E}" dt="2022-12-09T19:31:44.411" v="668" actId="20577"/>
          <ac:spMkLst>
            <pc:docMk/>
            <pc:sldMk cId="3882626997" sldId="1324"/>
            <ac:spMk id="2" creationId="{BB43022F-2830-1220-0F49-AC137FC2C2FD}"/>
          </ac:spMkLst>
        </pc:spChg>
        <pc:spChg chg="add mod">
          <ac:chgData name="Evgeny Solovyev" userId="bcfa930f-b6be-4bbb-aeb8-5203be9dadaa" providerId="ADAL" clId="{1EFE3360-E146-46A4-B0AD-8F3052C6188E}" dt="2022-12-09T21:10:29.282" v="773" actId="1076"/>
          <ac:spMkLst>
            <pc:docMk/>
            <pc:sldMk cId="3882626997" sldId="1324"/>
            <ac:spMk id="3" creationId="{6948E792-1526-B832-6C35-C2CAAAC4A20B}"/>
          </ac:spMkLst>
        </pc:spChg>
        <pc:spChg chg="add mod">
          <ac:chgData name="Evgeny Solovyev" userId="bcfa930f-b6be-4bbb-aeb8-5203be9dadaa" providerId="ADAL" clId="{1EFE3360-E146-46A4-B0AD-8F3052C6188E}" dt="2022-12-09T21:10:31.930" v="774" actId="1076"/>
          <ac:spMkLst>
            <pc:docMk/>
            <pc:sldMk cId="3882626997" sldId="1324"/>
            <ac:spMk id="5" creationId="{AB3DDD6C-404C-CB19-9B97-B7B711C84DDB}"/>
          </ac:spMkLst>
        </pc:spChg>
        <pc:spChg chg="add mod">
          <ac:chgData name="Evgeny Solovyev" userId="bcfa930f-b6be-4bbb-aeb8-5203be9dadaa" providerId="ADAL" clId="{1EFE3360-E146-46A4-B0AD-8F3052C6188E}" dt="2022-12-09T21:13:57.987" v="816" actId="1076"/>
          <ac:spMkLst>
            <pc:docMk/>
            <pc:sldMk cId="3882626997" sldId="1324"/>
            <ac:spMk id="7" creationId="{69C71D30-A40C-2D72-AD90-B55A28C2CB6E}"/>
          </ac:spMkLst>
        </pc:spChg>
        <pc:spChg chg="add mod">
          <ac:chgData name="Evgeny Solovyev" userId="bcfa930f-b6be-4bbb-aeb8-5203be9dadaa" providerId="ADAL" clId="{1EFE3360-E146-46A4-B0AD-8F3052C6188E}" dt="2022-12-09T21:14:00.753" v="817" actId="1076"/>
          <ac:spMkLst>
            <pc:docMk/>
            <pc:sldMk cId="3882626997" sldId="1324"/>
            <ac:spMk id="9" creationId="{B4ECEFED-F185-A579-7B36-4109E2545B88}"/>
          </ac:spMkLst>
        </pc:spChg>
        <pc:spChg chg="add mod">
          <ac:chgData name="Evgeny Solovyev" userId="bcfa930f-b6be-4bbb-aeb8-5203be9dadaa" providerId="ADAL" clId="{1EFE3360-E146-46A4-B0AD-8F3052C6188E}" dt="2022-12-09T21:14:04.834" v="818" actId="1076"/>
          <ac:spMkLst>
            <pc:docMk/>
            <pc:sldMk cId="3882626997" sldId="1324"/>
            <ac:spMk id="10" creationId="{D958DD18-8674-BF15-18FD-92C1946EDC40}"/>
          </ac:spMkLst>
        </pc:spChg>
        <pc:spChg chg="add mod">
          <ac:chgData name="Evgeny Solovyev" userId="bcfa930f-b6be-4bbb-aeb8-5203be9dadaa" providerId="ADAL" clId="{1EFE3360-E146-46A4-B0AD-8F3052C6188E}" dt="2022-12-09T21:16:19.434" v="838" actId="1076"/>
          <ac:spMkLst>
            <pc:docMk/>
            <pc:sldMk cId="3882626997" sldId="1324"/>
            <ac:spMk id="11" creationId="{A190EA79-70F3-A16A-B602-7DDF3E1AE36F}"/>
          </ac:spMkLst>
        </pc:spChg>
        <pc:spChg chg="add mod">
          <ac:chgData name="Evgeny Solovyev" userId="bcfa930f-b6be-4bbb-aeb8-5203be9dadaa" providerId="ADAL" clId="{1EFE3360-E146-46A4-B0AD-8F3052C6188E}" dt="2022-12-09T21:14:30.925" v="826" actId="1076"/>
          <ac:spMkLst>
            <pc:docMk/>
            <pc:sldMk cId="3882626997" sldId="1324"/>
            <ac:spMk id="13" creationId="{2766F450-FCC9-B5EE-179C-BA6F73474658}"/>
          </ac:spMkLst>
        </pc:spChg>
        <pc:spChg chg="add mod">
          <ac:chgData name="Evgeny Solovyev" userId="bcfa930f-b6be-4bbb-aeb8-5203be9dadaa" providerId="ADAL" clId="{1EFE3360-E146-46A4-B0AD-8F3052C6188E}" dt="2022-12-09T21:14:30.925" v="826" actId="1076"/>
          <ac:spMkLst>
            <pc:docMk/>
            <pc:sldMk cId="3882626997" sldId="1324"/>
            <ac:spMk id="14" creationId="{B9B4AAF6-627A-BBFE-61AD-5B3D84848127}"/>
          </ac:spMkLst>
        </pc:spChg>
        <pc:spChg chg="add mod">
          <ac:chgData name="Evgeny Solovyev" userId="bcfa930f-b6be-4bbb-aeb8-5203be9dadaa" providerId="ADAL" clId="{1EFE3360-E146-46A4-B0AD-8F3052C6188E}" dt="2022-12-09T21:14:30.925" v="826" actId="1076"/>
          <ac:spMkLst>
            <pc:docMk/>
            <pc:sldMk cId="3882626997" sldId="1324"/>
            <ac:spMk id="15" creationId="{303CE0C1-0217-E70E-034F-D22D88016D2E}"/>
          </ac:spMkLst>
        </pc:spChg>
        <pc:spChg chg="add mod">
          <ac:chgData name="Evgeny Solovyev" userId="bcfa930f-b6be-4bbb-aeb8-5203be9dadaa" providerId="ADAL" clId="{1EFE3360-E146-46A4-B0AD-8F3052C6188E}" dt="2022-12-09T21:14:30.925" v="826" actId="1076"/>
          <ac:spMkLst>
            <pc:docMk/>
            <pc:sldMk cId="3882626997" sldId="1324"/>
            <ac:spMk id="16" creationId="{3FF46089-9D35-11E7-0879-16A6CAD84234}"/>
          </ac:spMkLst>
        </pc:spChg>
        <pc:picChg chg="add mod">
          <ac:chgData name="Evgeny Solovyev" userId="bcfa930f-b6be-4bbb-aeb8-5203be9dadaa" providerId="ADAL" clId="{1EFE3360-E146-46A4-B0AD-8F3052C6188E}" dt="2022-12-09T21:10:35.780" v="775" actId="1076"/>
          <ac:picMkLst>
            <pc:docMk/>
            <pc:sldMk cId="3882626997" sldId="1324"/>
            <ac:picMk id="4" creationId="{F428BD73-435A-5A73-8B4D-92E84CFFD443}"/>
          </ac:picMkLst>
        </pc:picChg>
        <pc:picChg chg="add mod">
          <ac:chgData name="Evgeny Solovyev" userId="bcfa930f-b6be-4bbb-aeb8-5203be9dadaa" providerId="ADAL" clId="{1EFE3360-E146-46A4-B0AD-8F3052C6188E}" dt="2022-12-09T21:10:39.738" v="776" actId="1076"/>
          <ac:picMkLst>
            <pc:docMk/>
            <pc:sldMk cId="3882626997" sldId="1324"/>
            <ac:picMk id="6" creationId="{CFC77204-1ED7-ADB3-0EF6-CB5F35B656FF}"/>
          </ac:picMkLst>
        </pc:picChg>
        <pc:picChg chg="add mod">
          <ac:chgData name="Evgeny Solovyev" userId="bcfa930f-b6be-4bbb-aeb8-5203be9dadaa" providerId="ADAL" clId="{1EFE3360-E146-46A4-B0AD-8F3052C6188E}" dt="2022-12-09T21:14:07.707" v="819" actId="1076"/>
          <ac:picMkLst>
            <pc:docMk/>
            <pc:sldMk cId="3882626997" sldId="1324"/>
            <ac:picMk id="8" creationId="{712D65F3-BF33-5F03-8380-0C70D69D3126}"/>
          </ac:picMkLst>
        </pc:picChg>
        <pc:picChg chg="add mod">
          <ac:chgData name="Evgeny Solovyev" userId="bcfa930f-b6be-4bbb-aeb8-5203be9dadaa" providerId="ADAL" clId="{1EFE3360-E146-46A4-B0AD-8F3052C6188E}" dt="2022-12-09T21:14:12.348" v="821" actId="1076"/>
          <ac:picMkLst>
            <pc:docMk/>
            <pc:sldMk cId="3882626997" sldId="1324"/>
            <ac:picMk id="12" creationId="{76D7ED09-9619-A3FF-8324-15C83CBBB0E0}"/>
          </ac:picMkLst>
        </pc:picChg>
        <pc:picChg chg="add mod">
          <ac:chgData name="Evgeny Solovyev" userId="bcfa930f-b6be-4bbb-aeb8-5203be9dadaa" providerId="ADAL" clId="{1EFE3360-E146-46A4-B0AD-8F3052C6188E}" dt="2022-12-09T21:14:30.925" v="826" actId="1076"/>
          <ac:picMkLst>
            <pc:docMk/>
            <pc:sldMk cId="3882626997" sldId="1324"/>
            <ac:picMk id="17" creationId="{08FB3826-B5AC-98AB-E5DF-D82458721987}"/>
          </ac:picMkLst>
        </pc:picChg>
        <pc:picChg chg="add mod">
          <ac:chgData name="Evgeny Solovyev" userId="bcfa930f-b6be-4bbb-aeb8-5203be9dadaa" providerId="ADAL" clId="{1EFE3360-E146-46A4-B0AD-8F3052C6188E}" dt="2022-12-09T21:14:30.925" v="826" actId="1076"/>
          <ac:picMkLst>
            <pc:docMk/>
            <pc:sldMk cId="3882626997" sldId="1324"/>
            <ac:picMk id="18" creationId="{2CEBBEC2-2DED-C304-EE36-C6C9F6D4E124}"/>
          </ac:picMkLst>
        </pc:picChg>
        <pc:picChg chg="add mod">
          <ac:chgData name="Evgeny Solovyev" userId="bcfa930f-b6be-4bbb-aeb8-5203be9dadaa" providerId="ADAL" clId="{1EFE3360-E146-46A4-B0AD-8F3052C6188E}" dt="2022-12-09T21:14:30.925" v="826" actId="1076"/>
          <ac:picMkLst>
            <pc:docMk/>
            <pc:sldMk cId="3882626997" sldId="1324"/>
            <ac:picMk id="19" creationId="{730B9394-B3B2-3A46-9461-D8995803A125}"/>
          </ac:picMkLst>
        </pc:picChg>
        <pc:picChg chg="add mod">
          <ac:chgData name="Evgeny Solovyev" userId="bcfa930f-b6be-4bbb-aeb8-5203be9dadaa" providerId="ADAL" clId="{1EFE3360-E146-46A4-B0AD-8F3052C6188E}" dt="2022-12-09T21:14:10.457" v="820" actId="1076"/>
          <ac:picMkLst>
            <pc:docMk/>
            <pc:sldMk cId="3882626997" sldId="1324"/>
            <ac:picMk id="3074" creationId="{32AB6EDC-A678-E6A2-6232-471D31E7F12A}"/>
          </ac:picMkLst>
        </pc:picChg>
        <pc:picChg chg="add mod">
          <ac:chgData name="Evgeny Solovyev" userId="bcfa930f-b6be-4bbb-aeb8-5203be9dadaa" providerId="ADAL" clId="{1EFE3360-E146-46A4-B0AD-8F3052C6188E}" dt="2022-12-09T21:14:23.034" v="825" actId="1076"/>
          <ac:picMkLst>
            <pc:docMk/>
            <pc:sldMk cId="3882626997" sldId="1324"/>
            <ac:picMk id="3076" creationId="{18488988-E9D7-DDBE-4A65-F09F9BB2F91F}"/>
          </ac:picMkLst>
        </pc:picChg>
      </pc:sldChg>
      <pc:sldChg chg="addSp delSp modSp new mod delAnim modAnim">
        <pc:chgData name="Evgeny Solovyev" userId="bcfa930f-b6be-4bbb-aeb8-5203be9dadaa" providerId="ADAL" clId="{1EFE3360-E146-46A4-B0AD-8F3052C6188E}" dt="2022-12-10T09:11:43.370" v="907" actId="1076"/>
        <pc:sldMkLst>
          <pc:docMk/>
          <pc:sldMk cId="338407813" sldId="1327"/>
        </pc:sldMkLst>
        <pc:spChg chg="add mod">
          <ac:chgData name="Evgeny Solovyev" userId="bcfa930f-b6be-4bbb-aeb8-5203be9dadaa" providerId="ADAL" clId="{1EFE3360-E146-46A4-B0AD-8F3052C6188E}" dt="2022-12-10T07:59:13.888" v="853" actId="20577"/>
          <ac:spMkLst>
            <pc:docMk/>
            <pc:sldMk cId="338407813" sldId="1327"/>
            <ac:spMk id="2" creationId="{8FEA4861-4EE3-8CA5-583F-06BF8DB36479}"/>
          </ac:spMkLst>
        </pc:spChg>
        <pc:spChg chg="add del mod">
          <ac:chgData name="Evgeny Solovyev" userId="bcfa930f-b6be-4bbb-aeb8-5203be9dadaa" providerId="ADAL" clId="{1EFE3360-E146-46A4-B0AD-8F3052C6188E}" dt="2022-12-09T21:16:42.069" v="839" actId="478"/>
          <ac:spMkLst>
            <pc:docMk/>
            <pc:sldMk cId="338407813" sldId="1327"/>
            <ac:spMk id="2" creationId="{CCCE5F0F-3E44-4539-51AB-2B09BA89EBD0}"/>
          </ac:spMkLst>
        </pc:spChg>
        <pc:spChg chg="add del mod">
          <ac:chgData name="Evgeny Solovyev" userId="bcfa930f-b6be-4bbb-aeb8-5203be9dadaa" providerId="ADAL" clId="{1EFE3360-E146-46A4-B0AD-8F3052C6188E}" dt="2022-12-09T21:16:42.069" v="839" actId="478"/>
          <ac:spMkLst>
            <pc:docMk/>
            <pc:sldMk cId="338407813" sldId="1327"/>
            <ac:spMk id="3" creationId="{92FDF3DE-4448-C104-E83B-0212DAE731EF}"/>
          </ac:spMkLst>
        </pc:spChg>
        <pc:spChg chg="add mod">
          <ac:chgData name="Evgeny Solovyev" userId="bcfa930f-b6be-4bbb-aeb8-5203be9dadaa" providerId="ADAL" clId="{1EFE3360-E146-46A4-B0AD-8F3052C6188E}" dt="2022-12-10T09:11:43.370" v="907" actId="1076"/>
          <ac:spMkLst>
            <pc:docMk/>
            <pc:sldMk cId="338407813" sldId="1327"/>
            <ac:spMk id="3" creationId="{F277E96B-FA3C-FEFE-F96D-C610299CCA29}"/>
          </ac:spMkLst>
        </pc:spChg>
        <pc:spChg chg="add del mod">
          <ac:chgData name="Evgeny Solovyev" userId="bcfa930f-b6be-4bbb-aeb8-5203be9dadaa" providerId="ADAL" clId="{1EFE3360-E146-46A4-B0AD-8F3052C6188E}" dt="2022-12-09T21:16:42.069" v="839" actId="478"/>
          <ac:spMkLst>
            <pc:docMk/>
            <pc:sldMk cId="338407813" sldId="1327"/>
            <ac:spMk id="4" creationId="{2D07C2FD-C9CD-BBA5-E06F-26A94F16E50C}"/>
          </ac:spMkLst>
        </pc:spChg>
        <pc:spChg chg="add del mod">
          <ac:chgData name="Evgeny Solovyev" userId="bcfa930f-b6be-4bbb-aeb8-5203be9dadaa" providerId="ADAL" clId="{1EFE3360-E146-46A4-B0AD-8F3052C6188E}" dt="2022-12-09T21:16:42.069" v="839" actId="478"/>
          <ac:spMkLst>
            <pc:docMk/>
            <pc:sldMk cId="338407813" sldId="1327"/>
            <ac:spMk id="5" creationId="{D1D89EBA-4FB6-D6F3-23B9-40F8B03C1AA0}"/>
          </ac:spMkLst>
        </pc:spChg>
      </pc:sldChg>
      <pc:sldChg chg="new">
        <pc:chgData name="Evgeny Solovyev" userId="bcfa930f-b6be-4bbb-aeb8-5203be9dadaa" providerId="ADAL" clId="{1EFE3360-E146-46A4-B0AD-8F3052C6188E}" dt="2022-12-09T18:59:32.072" v="612" actId="680"/>
        <pc:sldMkLst>
          <pc:docMk/>
          <pc:sldMk cId="3203428798" sldId="1328"/>
        </pc:sldMkLst>
      </pc:sldChg>
      <pc:sldChg chg="new">
        <pc:chgData name="Evgeny Solovyev" userId="bcfa930f-b6be-4bbb-aeb8-5203be9dadaa" providerId="ADAL" clId="{1EFE3360-E146-46A4-B0AD-8F3052C6188E}" dt="2022-12-09T18:59:32.471" v="613" actId="680"/>
        <pc:sldMkLst>
          <pc:docMk/>
          <pc:sldMk cId="2350654722" sldId="1329"/>
        </pc:sldMkLst>
      </pc:sldChg>
      <pc:sldChg chg="new">
        <pc:chgData name="Evgeny Solovyev" userId="bcfa930f-b6be-4bbb-aeb8-5203be9dadaa" providerId="ADAL" clId="{1EFE3360-E146-46A4-B0AD-8F3052C6188E}" dt="2022-12-09T18:59:32.663" v="614" actId="680"/>
        <pc:sldMkLst>
          <pc:docMk/>
          <pc:sldMk cId="855950509" sldId="1330"/>
        </pc:sldMkLst>
      </pc:sldChg>
      <pc:sldChg chg="addSp delSp modSp add mod delAnim modAnim">
        <pc:chgData name="Evgeny Solovyev" userId="bcfa930f-b6be-4bbb-aeb8-5203be9dadaa" providerId="ADAL" clId="{1EFE3360-E146-46A4-B0AD-8F3052C6188E}" dt="2022-12-10T08:24:48.481" v="862" actId="1076"/>
        <pc:sldMkLst>
          <pc:docMk/>
          <pc:sldMk cId="3747458096" sldId="1331"/>
        </pc:sldMkLst>
        <pc:spChg chg="del">
          <ac:chgData name="Evgeny Solovyev" userId="bcfa930f-b6be-4bbb-aeb8-5203be9dadaa" providerId="ADAL" clId="{1EFE3360-E146-46A4-B0AD-8F3052C6188E}" dt="2022-12-10T08:24:30.204" v="858" actId="478"/>
          <ac:spMkLst>
            <pc:docMk/>
            <pc:sldMk cId="3747458096" sldId="1331"/>
            <ac:spMk id="3" creationId="{F277E96B-FA3C-FEFE-F96D-C610299CCA29}"/>
          </ac:spMkLst>
        </pc:spChg>
        <pc:spChg chg="add mod">
          <ac:chgData name="Evgeny Solovyev" userId="bcfa930f-b6be-4bbb-aeb8-5203be9dadaa" providerId="ADAL" clId="{1EFE3360-E146-46A4-B0AD-8F3052C6188E}" dt="2022-12-10T08:24:48.481" v="862" actId="1076"/>
          <ac:spMkLst>
            <pc:docMk/>
            <pc:sldMk cId="3747458096" sldId="1331"/>
            <ac:spMk id="4" creationId="{4539F8ED-6053-5AE3-2F63-7E39B63D4C47}"/>
          </ac:spMkLst>
        </pc:spChg>
      </pc:sldChg>
      <pc:sldChg chg="addSp delSp modSp add mod delAnim">
        <pc:chgData name="Evgeny Solovyev" userId="bcfa930f-b6be-4bbb-aeb8-5203be9dadaa" providerId="ADAL" clId="{1EFE3360-E146-46A4-B0AD-8F3052C6188E}" dt="2022-12-10T08:32:39.293" v="906" actId="14100"/>
        <pc:sldMkLst>
          <pc:docMk/>
          <pc:sldMk cId="768540084" sldId="1332"/>
        </pc:sldMkLst>
        <pc:spChg chg="mod">
          <ac:chgData name="Evgeny Solovyev" userId="bcfa930f-b6be-4bbb-aeb8-5203be9dadaa" providerId="ADAL" clId="{1EFE3360-E146-46A4-B0AD-8F3052C6188E}" dt="2022-12-10T08:29:59.704" v="891" actId="20577"/>
          <ac:spMkLst>
            <pc:docMk/>
            <pc:sldMk cId="768540084" sldId="1332"/>
            <ac:spMk id="2" creationId="{8FEA4861-4EE3-8CA5-583F-06BF8DB36479}"/>
          </ac:spMkLst>
        </pc:spChg>
        <pc:spChg chg="add mod">
          <ac:chgData name="Evgeny Solovyev" userId="bcfa930f-b6be-4bbb-aeb8-5203be9dadaa" providerId="ADAL" clId="{1EFE3360-E146-46A4-B0AD-8F3052C6188E}" dt="2022-12-10T08:32:39.293" v="906" actId="14100"/>
          <ac:spMkLst>
            <pc:docMk/>
            <pc:sldMk cId="768540084" sldId="1332"/>
            <ac:spMk id="3" creationId="{715C55F2-B890-56D7-99A1-30FD0C4A3384}"/>
          </ac:spMkLst>
        </pc:spChg>
        <pc:spChg chg="del mod">
          <ac:chgData name="Evgeny Solovyev" userId="bcfa930f-b6be-4bbb-aeb8-5203be9dadaa" providerId="ADAL" clId="{1EFE3360-E146-46A4-B0AD-8F3052C6188E}" dt="2022-12-10T08:30:15.021" v="893" actId="478"/>
          <ac:spMkLst>
            <pc:docMk/>
            <pc:sldMk cId="768540084" sldId="1332"/>
            <ac:spMk id="4" creationId="{4539F8ED-6053-5AE3-2F63-7E39B63D4C47}"/>
          </ac:spMkLst>
        </pc:spChg>
      </pc:sldChg>
      <pc:sldChg chg="addSp delSp modSp add mod">
        <pc:chgData name="Evgeny Solovyev" userId="bcfa930f-b6be-4bbb-aeb8-5203be9dadaa" providerId="ADAL" clId="{1EFE3360-E146-46A4-B0AD-8F3052C6188E}" dt="2022-12-10T08:32:18.098" v="903" actId="1076"/>
        <pc:sldMkLst>
          <pc:docMk/>
          <pc:sldMk cId="4195504052" sldId="1333"/>
        </pc:sldMkLst>
        <pc:spChg chg="del">
          <ac:chgData name="Evgeny Solovyev" userId="bcfa930f-b6be-4bbb-aeb8-5203be9dadaa" providerId="ADAL" clId="{1EFE3360-E146-46A4-B0AD-8F3052C6188E}" dt="2022-12-10T08:31:21.717" v="898" actId="478"/>
          <ac:spMkLst>
            <pc:docMk/>
            <pc:sldMk cId="4195504052" sldId="1333"/>
            <ac:spMk id="3" creationId="{715C55F2-B890-56D7-99A1-30FD0C4A3384}"/>
          </ac:spMkLst>
        </pc:spChg>
        <pc:spChg chg="add mod">
          <ac:chgData name="Evgeny Solovyev" userId="bcfa930f-b6be-4bbb-aeb8-5203be9dadaa" providerId="ADAL" clId="{1EFE3360-E146-46A4-B0AD-8F3052C6188E}" dt="2022-12-10T08:32:18.098" v="903" actId="1076"/>
          <ac:spMkLst>
            <pc:docMk/>
            <pc:sldMk cId="4195504052" sldId="1333"/>
            <ac:spMk id="4" creationId="{D4D16040-E9C9-36EF-B182-168A193CD81F}"/>
          </ac:spMkLst>
        </pc:spChg>
      </pc:sldChg>
      <pc:sldChg chg="addSp modSp add del mod modAnim">
        <pc:chgData name="Evgeny Solovyev" userId="bcfa930f-b6be-4bbb-aeb8-5203be9dadaa" providerId="ADAL" clId="{1EFE3360-E146-46A4-B0AD-8F3052C6188E}" dt="2022-12-10T13:25:36.950" v="1109" actId="2696"/>
        <pc:sldMkLst>
          <pc:docMk/>
          <pc:sldMk cId="1904586678" sldId="1334"/>
        </pc:sldMkLst>
        <pc:spChg chg="add mod">
          <ac:chgData name="Evgeny Solovyev" userId="bcfa930f-b6be-4bbb-aeb8-5203be9dadaa" providerId="ADAL" clId="{1EFE3360-E146-46A4-B0AD-8F3052C6188E}" dt="2022-12-10T11:38:42.237" v="1017" actId="14100"/>
          <ac:spMkLst>
            <pc:docMk/>
            <pc:sldMk cId="1904586678" sldId="1334"/>
            <ac:spMk id="3" creationId="{62C5F5F2-AEEA-5FF5-1430-603FF23B4C26}"/>
          </ac:spMkLst>
        </pc:spChg>
        <pc:spChg chg="add mod">
          <ac:chgData name="Evgeny Solovyev" userId="bcfa930f-b6be-4bbb-aeb8-5203be9dadaa" providerId="ADAL" clId="{1EFE3360-E146-46A4-B0AD-8F3052C6188E}" dt="2022-12-10T11:41:06.300" v="1026"/>
          <ac:spMkLst>
            <pc:docMk/>
            <pc:sldMk cId="1904586678" sldId="1334"/>
            <ac:spMk id="4" creationId="{5E6D191D-6A53-D233-04FD-F91E7B448FF2}"/>
          </ac:spMkLst>
        </pc:spChg>
        <pc:spChg chg="mod">
          <ac:chgData name="Evgeny Solovyev" userId="bcfa930f-b6be-4bbb-aeb8-5203be9dadaa" providerId="ADAL" clId="{1EFE3360-E146-46A4-B0AD-8F3052C6188E}" dt="2022-12-10T10:16:39.053" v="983"/>
          <ac:spMkLst>
            <pc:docMk/>
            <pc:sldMk cId="1904586678" sldId="1334"/>
            <ac:spMk id="5" creationId="{98EC87C2-333A-4308-BDF4-124914CBC184}"/>
          </ac:spMkLst>
        </pc:spChg>
        <pc:spChg chg="mod">
          <ac:chgData name="Evgeny Solovyev" userId="bcfa930f-b6be-4bbb-aeb8-5203be9dadaa" providerId="ADAL" clId="{1EFE3360-E146-46A4-B0AD-8F3052C6188E}" dt="2022-12-10T11:51:40.188" v="1042" actId="1076"/>
          <ac:spMkLst>
            <pc:docMk/>
            <pc:sldMk cId="1904586678" sldId="1334"/>
            <ac:spMk id="6" creationId="{95BC7C3F-6E76-A9C7-FC63-ABB04C6D5C80}"/>
          </ac:spMkLst>
        </pc:spChg>
        <pc:spChg chg="mod">
          <ac:chgData name="Evgeny Solovyev" userId="bcfa930f-b6be-4bbb-aeb8-5203be9dadaa" providerId="ADAL" clId="{1EFE3360-E146-46A4-B0AD-8F3052C6188E}" dt="2022-12-10T11:51:37.996" v="1041" actId="1076"/>
          <ac:spMkLst>
            <pc:docMk/>
            <pc:sldMk cId="1904586678" sldId="1334"/>
            <ac:spMk id="7" creationId="{6BECD9C6-F9A3-B8F6-7B12-9DB4595C2A69}"/>
          </ac:spMkLst>
        </pc:spChg>
        <pc:spChg chg="add mod">
          <ac:chgData name="Evgeny Solovyev" userId="bcfa930f-b6be-4bbb-aeb8-5203be9dadaa" providerId="ADAL" clId="{1EFE3360-E146-46A4-B0AD-8F3052C6188E}" dt="2022-12-10T11:51:35.048" v="1040"/>
          <ac:spMkLst>
            <pc:docMk/>
            <pc:sldMk cId="1904586678" sldId="1334"/>
            <ac:spMk id="10" creationId="{54090ED5-3CAB-3E1E-F229-D8DEFB73FB4B}"/>
          </ac:spMkLst>
        </pc:spChg>
      </pc:sldChg>
      <pc:sldChg chg="modSp add mod">
        <pc:chgData name="Evgeny Solovyev" userId="bcfa930f-b6be-4bbb-aeb8-5203be9dadaa" providerId="ADAL" clId="{1EFE3360-E146-46A4-B0AD-8F3052C6188E}" dt="2022-12-10T13:37:35.188" v="1140" actId="1076"/>
        <pc:sldMkLst>
          <pc:docMk/>
          <pc:sldMk cId="2809098829" sldId="1335"/>
        </pc:sldMkLst>
        <pc:spChg chg="mod">
          <ac:chgData name="Evgeny Solovyev" userId="bcfa930f-b6be-4bbb-aeb8-5203be9dadaa" providerId="ADAL" clId="{1EFE3360-E146-46A4-B0AD-8F3052C6188E}" dt="2022-12-10T13:24:18.114" v="1102"/>
          <ac:spMkLst>
            <pc:docMk/>
            <pc:sldMk cId="2809098829" sldId="1335"/>
            <ac:spMk id="5" creationId="{98EC87C2-333A-4308-BDF4-124914CBC184}"/>
          </ac:spMkLst>
        </pc:spChg>
        <pc:spChg chg="mod">
          <ac:chgData name="Evgeny Solovyev" userId="bcfa930f-b6be-4bbb-aeb8-5203be9dadaa" providerId="ADAL" clId="{1EFE3360-E146-46A4-B0AD-8F3052C6188E}" dt="2022-12-10T13:35:12.237" v="1129" actId="1076"/>
          <ac:spMkLst>
            <pc:docMk/>
            <pc:sldMk cId="2809098829" sldId="1335"/>
            <ac:spMk id="6" creationId="{95BC7C3F-6E76-A9C7-FC63-ABB04C6D5C80}"/>
          </ac:spMkLst>
        </pc:spChg>
        <pc:spChg chg="mod">
          <ac:chgData name="Evgeny Solovyev" userId="bcfa930f-b6be-4bbb-aeb8-5203be9dadaa" providerId="ADAL" clId="{1EFE3360-E146-46A4-B0AD-8F3052C6188E}" dt="2022-12-10T13:35:37.055" v="1130"/>
          <ac:spMkLst>
            <pc:docMk/>
            <pc:sldMk cId="2809098829" sldId="1335"/>
            <ac:spMk id="7" creationId="{6BECD9C6-F9A3-B8F6-7B12-9DB4595C2A69}"/>
          </ac:spMkLst>
        </pc:spChg>
        <pc:spChg chg="mod">
          <ac:chgData name="Evgeny Solovyev" userId="bcfa930f-b6be-4bbb-aeb8-5203be9dadaa" providerId="ADAL" clId="{1EFE3360-E146-46A4-B0AD-8F3052C6188E}" dt="2022-12-10T13:36:34.042" v="1138" actId="20577"/>
          <ac:spMkLst>
            <pc:docMk/>
            <pc:sldMk cId="2809098829" sldId="1335"/>
            <ac:spMk id="9" creationId="{48AED0D4-2E8D-1C19-4D53-DBDD4F502FEA}"/>
          </ac:spMkLst>
        </pc:spChg>
        <pc:spChg chg="mod">
          <ac:chgData name="Evgeny Solovyev" userId="bcfa930f-b6be-4bbb-aeb8-5203be9dadaa" providerId="ADAL" clId="{1EFE3360-E146-46A4-B0AD-8F3052C6188E}" dt="2022-12-10T13:37:35.188" v="1140" actId="1076"/>
          <ac:spMkLst>
            <pc:docMk/>
            <pc:sldMk cId="2809098829" sldId="1335"/>
            <ac:spMk id="10" creationId="{58322ACA-5830-30CD-3F5B-2AF3A3738F93}"/>
          </ac:spMkLst>
        </pc:spChg>
        <pc:spChg chg="mod">
          <ac:chgData name="Evgeny Solovyev" userId="bcfa930f-b6be-4bbb-aeb8-5203be9dadaa" providerId="ADAL" clId="{1EFE3360-E146-46A4-B0AD-8F3052C6188E}" dt="2022-12-10T13:24:57.554" v="1105"/>
          <ac:spMkLst>
            <pc:docMk/>
            <pc:sldMk cId="2809098829" sldId="1335"/>
            <ac:spMk id="11" creationId="{F459FB98-1FF4-5EA6-ABBD-8649EC679A6D}"/>
          </ac:spMkLst>
        </pc:spChg>
        <pc:spChg chg="mod">
          <ac:chgData name="Evgeny Solovyev" userId="bcfa930f-b6be-4bbb-aeb8-5203be9dadaa" providerId="ADAL" clId="{1EFE3360-E146-46A4-B0AD-8F3052C6188E}" dt="2022-12-10T13:37:27.334" v="1139" actId="1076"/>
          <ac:spMkLst>
            <pc:docMk/>
            <pc:sldMk cId="2809098829" sldId="1335"/>
            <ac:spMk id="12" creationId="{3D15DC6F-CCF1-EAFA-6599-F86935C929E8}"/>
          </ac:spMkLst>
        </pc:spChg>
      </pc:sldChg>
    </pc:docChg>
  </pc:docChgLst>
  <pc:docChgLst>
    <pc:chgData name="Evgeny Solovyev" userId="bcfa930f-b6be-4bbb-aeb8-5203be9dadaa" providerId="ADAL" clId="{F65FA86A-F376-4435-B6D1-E310A9320D4B}"/>
    <pc:docChg chg="undo redo custSel modSld sldOrd">
      <pc:chgData name="Evgeny Solovyev" userId="bcfa930f-b6be-4bbb-aeb8-5203be9dadaa" providerId="ADAL" clId="{F65FA86A-F376-4435-B6D1-E310A9320D4B}" dt="2023-02-15T12:54:15.219" v="2420" actId="9405"/>
      <pc:docMkLst>
        <pc:docMk/>
      </pc:docMkLst>
      <pc:sldChg chg="modSp mod">
        <pc:chgData name="Evgeny Solovyev" userId="bcfa930f-b6be-4bbb-aeb8-5203be9dadaa" providerId="ADAL" clId="{F65FA86A-F376-4435-B6D1-E310A9320D4B}" dt="2023-02-15T06:02:22.069" v="2096" actId="6549"/>
        <pc:sldMkLst>
          <pc:docMk/>
          <pc:sldMk cId="2423678619" sldId="1150"/>
        </pc:sldMkLst>
        <pc:spChg chg="mod">
          <ac:chgData name="Evgeny Solovyev" userId="bcfa930f-b6be-4bbb-aeb8-5203be9dadaa" providerId="ADAL" clId="{F65FA86A-F376-4435-B6D1-E310A9320D4B}" dt="2023-02-13T10:49:14.760" v="373" actId="2"/>
          <ac:spMkLst>
            <pc:docMk/>
            <pc:sldMk cId="2423678619" sldId="1150"/>
            <ac:spMk id="40" creationId="{B821C756-0C41-8E54-A4C5-0AC798089BA1}"/>
          </ac:spMkLst>
        </pc:spChg>
        <pc:spChg chg="mod">
          <ac:chgData name="Evgeny Solovyev" userId="bcfa930f-b6be-4bbb-aeb8-5203be9dadaa" providerId="ADAL" clId="{F65FA86A-F376-4435-B6D1-E310A9320D4B}" dt="2023-02-13T10:49:15.325" v="374" actId="2"/>
          <ac:spMkLst>
            <pc:docMk/>
            <pc:sldMk cId="2423678619" sldId="1150"/>
            <ac:spMk id="41" creationId="{D8CB57D9-99A9-E004-B7F4-B163EFF8921B}"/>
          </ac:spMkLst>
        </pc:spChg>
        <pc:spChg chg="mod">
          <ac:chgData name="Evgeny Solovyev" userId="bcfa930f-b6be-4bbb-aeb8-5203be9dadaa" providerId="ADAL" clId="{F65FA86A-F376-4435-B6D1-E310A9320D4B}" dt="2023-02-13T10:49:15.790" v="375" actId="2"/>
          <ac:spMkLst>
            <pc:docMk/>
            <pc:sldMk cId="2423678619" sldId="1150"/>
            <ac:spMk id="42" creationId="{F0C15281-FB8B-0B8A-6821-E07540858CE7}"/>
          </ac:spMkLst>
        </pc:spChg>
        <pc:spChg chg="mod">
          <ac:chgData name="Evgeny Solovyev" userId="bcfa930f-b6be-4bbb-aeb8-5203be9dadaa" providerId="ADAL" clId="{F65FA86A-F376-4435-B6D1-E310A9320D4B}" dt="2023-02-13T10:49:16.262" v="376" actId="2"/>
          <ac:spMkLst>
            <pc:docMk/>
            <pc:sldMk cId="2423678619" sldId="1150"/>
            <ac:spMk id="43" creationId="{B15FE357-C9F7-A489-290E-C084710ED849}"/>
          </ac:spMkLst>
        </pc:spChg>
        <pc:spChg chg="mod">
          <ac:chgData name="Evgeny Solovyev" userId="bcfa930f-b6be-4bbb-aeb8-5203be9dadaa" providerId="ADAL" clId="{F65FA86A-F376-4435-B6D1-E310A9320D4B}" dt="2023-02-15T06:02:22.069" v="2096" actId="6549"/>
          <ac:spMkLst>
            <pc:docMk/>
            <pc:sldMk cId="2423678619" sldId="1150"/>
            <ac:spMk id="55" creationId="{7C149E6C-B8CE-C9DD-0D01-F3CE5665DEB6}"/>
          </ac:spMkLst>
        </pc:spChg>
      </pc:sldChg>
      <pc:sldChg chg="addSp delSp modSp mod setBg modAnim">
        <pc:chgData name="Evgeny Solovyev" userId="bcfa930f-b6be-4bbb-aeb8-5203be9dadaa" providerId="ADAL" clId="{F65FA86A-F376-4435-B6D1-E310A9320D4B}" dt="2023-02-15T09:49:25.403" v="2266" actId="1076"/>
        <pc:sldMkLst>
          <pc:docMk/>
          <pc:sldMk cId="2366929461" sldId="1217"/>
        </pc:sldMkLst>
        <pc:spChg chg="mod ord">
          <ac:chgData name="Evgeny Solovyev" userId="bcfa930f-b6be-4bbb-aeb8-5203be9dadaa" providerId="ADAL" clId="{F65FA86A-F376-4435-B6D1-E310A9320D4B}" dt="2023-02-15T09:49:21.407" v="2264" actId="1076"/>
          <ac:spMkLst>
            <pc:docMk/>
            <pc:sldMk cId="2366929461" sldId="1217"/>
            <ac:spMk id="3" creationId="{AFE020C2-0EEF-4CB5-BF54-3F166F429D9E}"/>
          </ac:spMkLst>
        </pc:spChg>
        <pc:spChg chg="add del">
          <ac:chgData name="Evgeny Solovyev" userId="bcfa930f-b6be-4bbb-aeb8-5203be9dadaa" providerId="ADAL" clId="{F65FA86A-F376-4435-B6D1-E310A9320D4B}" dt="2023-02-15T09:47:20.044" v="2254" actId="26606"/>
          <ac:spMkLst>
            <pc:docMk/>
            <pc:sldMk cId="2366929461" sldId="1217"/>
            <ac:spMk id="8" creationId="{66B332A4-D438-4773-A77F-5ED49A448D9D}"/>
          </ac:spMkLst>
        </pc:spChg>
        <pc:spChg chg="add del">
          <ac:chgData name="Evgeny Solovyev" userId="bcfa930f-b6be-4bbb-aeb8-5203be9dadaa" providerId="ADAL" clId="{F65FA86A-F376-4435-B6D1-E310A9320D4B}" dt="2023-02-15T09:47:20.044" v="2254" actId="26606"/>
          <ac:spMkLst>
            <pc:docMk/>
            <pc:sldMk cId="2366929461" sldId="1217"/>
            <ac:spMk id="10" creationId="{DF9AD32D-FF05-44F4-BD4D-9CEE89B71EB9}"/>
          </ac:spMkLst>
        </pc:spChg>
        <pc:spChg chg="add del">
          <ac:chgData name="Evgeny Solovyev" userId="bcfa930f-b6be-4bbb-aeb8-5203be9dadaa" providerId="ADAL" clId="{F65FA86A-F376-4435-B6D1-E310A9320D4B}" dt="2023-02-15T09:47:20.044" v="2254" actId="26606"/>
          <ac:spMkLst>
            <pc:docMk/>
            <pc:sldMk cId="2366929461" sldId="1217"/>
            <ac:spMk id="15" creationId="{9228552E-C8B1-4A80-8448-0787CE0FC704}"/>
          </ac:spMkLst>
        </pc:spChg>
        <pc:picChg chg="add mod">
          <ac:chgData name="Evgeny Solovyev" userId="bcfa930f-b6be-4bbb-aeb8-5203be9dadaa" providerId="ADAL" clId="{F65FA86A-F376-4435-B6D1-E310A9320D4B}" dt="2023-02-15T09:49:25.403" v="2266" actId="1076"/>
          <ac:picMkLst>
            <pc:docMk/>
            <pc:sldMk cId="2366929461" sldId="1217"/>
            <ac:picMk id="2" creationId="{D5BD47CE-65B0-226C-3393-F8CCC3E25B8B}"/>
          </ac:picMkLst>
        </pc:picChg>
      </pc:sldChg>
      <pc:sldChg chg="addSp delSp modSp mod">
        <pc:chgData name="Evgeny Solovyev" userId="bcfa930f-b6be-4bbb-aeb8-5203be9dadaa" providerId="ADAL" clId="{F65FA86A-F376-4435-B6D1-E310A9320D4B}" dt="2023-02-15T12:54:15.219" v="2420" actId="9405"/>
        <pc:sldMkLst>
          <pc:docMk/>
          <pc:sldMk cId="1901838573" sldId="1252"/>
        </pc:sldMkLst>
        <pc:grpChg chg="mod">
          <ac:chgData name="Evgeny Solovyev" userId="bcfa930f-b6be-4bbb-aeb8-5203be9dadaa" providerId="ADAL" clId="{F65FA86A-F376-4435-B6D1-E310A9320D4B}" dt="2023-02-15T11:48:37.139" v="2411"/>
          <ac:grpSpMkLst>
            <pc:docMk/>
            <pc:sldMk cId="1901838573" sldId="1252"/>
            <ac:grpSpMk id="10" creationId="{DB6B3736-345C-9D47-3529-365701442527}"/>
          </ac:grpSpMkLst>
        </pc:grpChg>
        <pc:grpChg chg="mod">
          <ac:chgData name="Evgeny Solovyev" userId="bcfa930f-b6be-4bbb-aeb8-5203be9dadaa" providerId="ADAL" clId="{F65FA86A-F376-4435-B6D1-E310A9320D4B}" dt="2023-02-15T12:54:09.228" v="2418"/>
          <ac:grpSpMkLst>
            <pc:docMk/>
            <pc:sldMk cId="1901838573" sldId="1252"/>
            <ac:grpSpMk id="14" creationId="{A1155B31-9BDC-FA6A-DA18-8D77F2F9962C}"/>
          </ac:grpSpMkLst>
        </pc:grpChg>
        <pc:picChg chg="mod">
          <ac:chgData name="Evgeny Solovyev" userId="bcfa930f-b6be-4bbb-aeb8-5203be9dadaa" providerId="ADAL" clId="{F65FA86A-F376-4435-B6D1-E310A9320D4B}" dt="2023-02-14T05:17:10.933" v="1785" actId="14100"/>
          <ac:picMkLst>
            <pc:docMk/>
            <pc:sldMk cId="1901838573" sldId="1252"/>
            <ac:picMk id="7" creationId="{4078ED97-5B7E-ED10-923A-6C1F0CE33F56}"/>
          </ac:picMkLst>
        </pc:picChg>
        <pc:inkChg chg="add del">
          <ac:chgData name="Evgeny Solovyev" userId="bcfa930f-b6be-4bbb-aeb8-5203be9dadaa" providerId="ADAL" clId="{F65FA86A-F376-4435-B6D1-E310A9320D4B}" dt="2023-02-15T11:48:08.996" v="2402" actId="9405"/>
          <ac:inkMkLst>
            <pc:docMk/>
            <pc:sldMk cId="1901838573" sldId="1252"/>
            <ac:inkMk id="2" creationId="{0F4F89EA-B7D5-6D8D-84F1-9E31A6904BB1}"/>
          </ac:inkMkLst>
        </pc:inkChg>
        <pc:inkChg chg="add del">
          <ac:chgData name="Evgeny Solovyev" userId="bcfa930f-b6be-4bbb-aeb8-5203be9dadaa" providerId="ADAL" clId="{F65FA86A-F376-4435-B6D1-E310A9320D4B}" dt="2023-02-15T11:48:22.775" v="2404" actId="9405"/>
          <ac:inkMkLst>
            <pc:docMk/>
            <pc:sldMk cId="1901838573" sldId="1252"/>
            <ac:inkMk id="3" creationId="{877A0D3D-C847-48F6-866A-520D56C49518}"/>
          </ac:inkMkLst>
        </pc:inkChg>
        <pc:inkChg chg="add del">
          <ac:chgData name="Evgeny Solovyev" userId="bcfa930f-b6be-4bbb-aeb8-5203be9dadaa" providerId="ADAL" clId="{F65FA86A-F376-4435-B6D1-E310A9320D4B}" dt="2023-02-15T11:48:38.694" v="2414" actId="9405"/>
          <ac:inkMkLst>
            <pc:docMk/>
            <pc:sldMk cId="1901838573" sldId="1252"/>
            <ac:inkMk id="4" creationId="{9C6945D2-8FC5-E187-E2E8-2ED3666A2162}"/>
          </ac:inkMkLst>
        </pc:inkChg>
        <pc:inkChg chg="add del">
          <ac:chgData name="Evgeny Solovyev" userId="bcfa930f-b6be-4bbb-aeb8-5203be9dadaa" providerId="ADAL" clId="{F65FA86A-F376-4435-B6D1-E310A9320D4B}" dt="2023-02-15T11:48:38.144" v="2413" actId="9405"/>
          <ac:inkMkLst>
            <pc:docMk/>
            <pc:sldMk cId="1901838573" sldId="1252"/>
            <ac:inkMk id="6" creationId="{705CA846-A4C2-DD64-BC77-5B6FDE3FF159}"/>
          </ac:inkMkLst>
        </pc:inkChg>
        <pc:inkChg chg="add del mod">
          <ac:chgData name="Evgeny Solovyev" userId="bcfa930f-b6be-4bbb-aeb8-5203be9dadaa" providerId="ADAL" clId="{F65FA86A-F376-4435-B6D1-E310A9320D4B}" dt="2023-02-15T11:48:37.662" v="2412" actId="9405"/>
          <ac:inkMkLst>
            <pc:docMk/>
            <pc:sldMk cId="1901838573" sldId="1252"/>
            <ac:inkMk id="8" creationId="{7F6916BF-6EEF-9D2A-C976-FC8BA243F097}"/>
          </ac:inkMkLst>
        </pc:inkChg>
        <pc:inkChg chg="add del mod">
          <ac:chgData name="Evgeny Solovyev" userId="bcfa930f-b6be-4bbb-aeb8-5203be9dadaa" providerId="ADAL" clId="{F65FA86A-F376-4435-B6D1-E310A9320D4B}" dt="2023-02-15T11:48:37.139" v="2411"/>
          <ac:inkMkLst>
            <pc:docMk/>
            <pc:sldMk cId="1901838573" sldId="1252"/>
            <ac:inkMk id="9" creationId="{9503FCCE-6FBA-D009-5941-824A6A2D8094}"/>
          </ac:inkMkLst>
        </pc:inkChg>
        <pc:inkChg chg="add">
          <ac:chgData name="Evgeny Solovyev" userId="bcfa930f-b6be-4bbb-aeb8-5203be9dadaa" providerId="ADAL" clId="{F65FA86A-F376-4435-B6D1-E310A9320D4B}" dt="2023-02-15T11:48:40.740" v="2415" actId="9405"/>
          <ac:inkMkLst>
            <pc:docMk/>
            <pc:sldMk cId="1901838573" sldId="1252"/>
            <ac:inkMk id="11" creationId="{53E883D8-8B5D-D23E-6774-91288521FC98}"/>
          </ac:inkMkLst>
        </pc:inkChg>
        <pc:inkChg chg="add mod">
          <ac:chgData name="Evgeny Solovyev" userId="bcfa930f-b6be-4bbb-aeb8-5203be9dadaa" providerId="ADAL" clId="{F65FA86A-F376-4435-B6D1-E310A9320D4B}" dt="2023-02-15T12:54:09.228" v="2418"/>
          <ac:inkMkLst>
            <pc:docMk/>
            <pc:sldMk cId="1901838573" sldId="1252"/>
            <ac:inkMk id="12" creationId="{DEE2B3D8-F546-342A-8858-79690D27FF01}"/>
          </ac:inkMkLst>
        </pc:inkChg>
        <pc:inkChg chg="add mod">
          <ac:chgData name="Evgeny Solovyev" userId="bcfa930f-b6be-4bbb-aeb8-5203be9dadaa" providerId="ADAL" clId="{F65FA86A-F376-4435-B6D1-E310A9320D4B}" dt="2023-02-15T12:54:09.228" v="2418"/>
          <ac:inkMkLst>
            <pc:docMk/>
            <pc:sldMk cId="1901838573" sldId="1252"/>
            <ac:inkMk id="13" creationId="{2AAF0C35-EA4C-AEE0-7B32-34BE1FB6A88E}"/>
          </ac:inkMkLst>
        </pc:inkChg>
        <pc:inkChg chg="add">
          <ac:chgData name="Evgeny Solovyev" userId="bcfa930f-b6be-4bbb-aeb8-5203be9dadaa" providerId="ADAL" clId="{F65FA86A-F376-4435-B6D1-E310A9320D4B}" dt="2023-02-15T12:54:11.153" v="2419" actId="9405"/>
          <ac:inkMkLst>
            <pc:docMk/>
            <pc:sldMk cId="1901838573" sldId="1252"/>
            <ac:inkMk id="15" creationId="{FEC4A963-ECFF-F6B6-6CF8-A4B5C0CE1CB2}"/>
          </ac:inkMkLst>
        </pc:inkChg>
        <pc:inkChg chg="add">
          <ac:chgData name="Evgeny Solovyev" userId="bcfa930f-b6be-4bbb-aeb8-5203be9dadaa" providerId="ADAL" clId="{F65FA86A-F376-4435-B6D1-E310A9320D4B}" dt="2023-02-15T12:54:15.219" v="2420" actId="9405"/>
          <ac:inkMkLst>
            <pc:docMk/>
            <pc:sldMk cId="1901838573" sldId="1252"/>
            <ac:inkMk id="16" creationId="{95D55F66-0374-B273-74E5-EEDD36DA8D48}"/>
          </ac:inkMkLst>
        </pc:inkChg>
      </pc:sldChg>
      <pc:sldChg chg="addSp delSp modSp mod modAnim">
        <pc:chgData name="Evgeny Solovyev" userId="bcfa930f-b6be-4bbb-aeb8-5203be9dadaa" providerId="ADAL" clId="{F65FA86A-F376-4435-B6D1-E310A9320D4B}" dt="2023-02-15T09:35:01.115" v="2252" actId="29295"/>
        <pc:sldMkLst>
          <pc:docMk/>
          <pc:sldMk cId="89831620" sldId="1254"/>
        </pc:sldMkLst>
        <pc:spChg chg="mod">
          <ac:chgData name="Evgeny Solovyev" userId="bcfa930f-b6be-4bbb-aeb8-5203be9dadaa" providerId="ADAL" clId="{F65FA86A-F376-4435-B6D1-E310A9320D4B}" dt="2023-02-14T07:56:25.860" v="1817" actId="1076"/>
          <ac:spMkLst>
            <pc:docMk/>
            <pc:sldMk cId="89831620" sldId="1254"/>
            <ac:spMk id="4" creationId="{C1FC47EA-2B15-42DB-A0E7-1ACD240F710F}"/>
          </ac:spMkLst>
        </pc:spChg>
        <pc:spChg chg="mod">
          <ac:chgData name="Evgeny Solovyev" userId="bcfa930f-b6be-4bbb-aeb8-5203be9dadaa" providerId="ADAL" clId="{F65FA86A-F376-4435-B6D1-E310A9320D4B}" dt="2023-02-15T09:31:56.893" v="2235" actId="6549"/>
          <ac:spMkLst>
            <pc:docMk/>
            <pc:sldMk cId="89831620" sldId="1254"/>
            <ac:spMk id="7" creationId="{DA653559-0F05-4FC3-9AB2-12ABC861E1F1}"/>
          </ac:spMkLst>
        </pc:spChg>
        <pc:picChg chg="add mod">
          <ac:chgData name="Evgeny Solovyev" userId="bcfa930f-b6be-4bbb-aeb8-5203be9dadaa" providerId="ADAL" clId="{F65FA86A-F376-4435-B6D1-E310A9320D4B}" dt="2023-02-14T07:57:46.607" v="1830" actId="1076"/>
          <ac:picMkLst>
            <pc:docMk/>
            <pc:sldMk cId="89831620" sldId="1254"/>
            <ac:picMk id="2" creationId="{F05788DE-42B8-04F5-B1C7-8731D939C26B}"/>
          </ac:picMkLst>
        </pc:picChg>
        <pc:picChg chg="add mod">
          <ac:chgData name="Evgeny Solovyev" userId="bcfa930f-b6be-4bbb-aeb8-5203be9dadaa" providerId="ADAL" clId="{F65FA86A-F376-4435-B6D1-E310A9320D4B}" dt="2023-02-15T09:35:01.115" v="2252" actId="29295"/>
          <ac:picMkLst>
            <pc:docMk/>
            <pc:sldMk cId="89831620" sldId="1254"/>
            <ac:picMk id="3" creationId="{5F99BCDF-E232-582E-A19E-A7CC0D719313}"/>
          </ac:picMkLst>
        </pc:picChg>
        <pc:picChg chg="add mod">
          <ac:chgData name="Evgeny Solovyev" userId="bcfa930f-b6be-4bbb-aeb8-5203be9dadaa" providerId="ADAL" clId="{F65FA86A-F376-4435-B6D1-E310A9320D4B}" dt="2023-02-14T07:57:46.607" v="1830" actId="1076"/>
          <ac:picMkLst>
            <pc:docMk/>
            <pc:sldMk cId="89831620" sldId="1254"/>
            <ac:picMk id="2050" creationId="{388BA493-BCE7-6CD2-40E5-499BAAAEB489}"/>
          </ac:picMkLst>
        </pc:picChg>
        <pc:picChg chg="add mod">
          <ac:chgData name="Evgeny Solovyev" userId="bcfa930f-b6be-4bbb-aeb8-5203be9dadaa" providerId="ADAL" clId="{F65FA86A-F376-4435-B6D1-E310A9320D4B}" dt="2023-02-14T07:52:17.839" v="1800" actId="1076"/>
          <ac:picMkLst>
            <pc:docMk/>
            <pc:sldMk cId="89831620" sldId="1254"/>
            <ac:picMk id="2052" creationId="{397FBBAD-DD5A-F0E3-2DB1-EA305705F461}"/>
          </ac:picMkLst>
        </pc:picChg>
        <pc:picChg chg="add mod">
          <ac:chgData name="Evgeny Solovyev" userId="bcfa930f-b6be-4bbb-aeb8-5203be9dadaa" providerId="ADAL" clId="{F65FA86A-F376-4435-B6D1-E310A9320D4B}" dt="2023-02-14T07:57:46.607" v="1830" actId="1076"/>
          <ac:picMkLst>
            <pc:docMk/>
            <pc:sldMk cId="89831620" sldId="1254"/>
            <ac:picMk id="2054" creationId="{0038437D-F470-15B6-9AA1-5D4F50E2F76F}"/>
          </ac:picMkLst>
        </pc:picChg>
        <pc:picChg chg="add mod">
          <ac:chgData name="Evgeny Solovyev" userId="bcfa930f-b6be-4bbb-aeb8-5203be9dadaa" providerId="ADAL" clId="{F65FA86A-F376-4435-B6D1-E310A9320D4B}" dt="2023-02-14T07:57:46.607" v="1830" actId="1076"/>
          <ac:picMkLst>
            <pc:docMk/>
            <pc:sldMk cId="89831620" sldId="1254"/>
            <ac:picMk id="2056" creationId="{F196DFAB-56E2-E149-5299-1E607E4FDA75}"/>
          </ac:picMkLst>
        </pc:picChg>
        <pc:picChg chg="add del mod">
          <ac:chgData name="Evgeny Solovyev" userId="bcfa930f-b6be-4bbb-aeb8-5203be9dadaa" providerId="ADAL" clId="{F65FA86A-F376-4435-B6D1-E310A9320D4B}" dt="2023-02-14T07:57:20.551" v="1825" actId="478"/>
          <ac:picMkLst>
            <pc:docMk/>
            <pc:sldMk cId="89831620" sldId="1254"/>
            <ac:picMk id="2058" creationId="{883A38E2-394B-9851-1CE8-5F49379D48EC}"/>
          </ac:picMkLst>
        </pc:picChg>
      </pc:sldChg>
      <pc:sldChg chg="addSp modSp mod">
        <pc:chgData name="Evgeny Solovyev" userId="bcfa930f-b6be-4bbb-aeb8-5203be9dadaa" providerId="ADAL" clId="{F65FA86A-F376-4435-B6D1-E310A9320D4B}" dt="2023-02-15T09:48:38.730" v="2261" actId="2711"/>
        <pc:sldMkLst>
          <pc:docMk/>
          <pc:sldMk cId="2404342217" sldId="1255"/>
        </pc:sldMkLst>
        <pc:spChg chg="mod">
          <ac:chgData name="Evgeny Solovyev" userId="bcfa930f-b6be-4bbb-aeb8-5203be9dadaa" providerId="ADAL" clId="{F65FA86A-F376-4435-B6D1-E310A9320D4B}" dt="2023-02-15T09:48:38.730" v="2261" actId="2711"/>
          <ac:spMkLst>
            <pc:docMk/>
            <pc:sldMk cId="2404342217" sldId="1255"/>
            <ac:spMk id="3" creationId="{AFE020C2-0EEF-4CB5-BF54-3F166F429D9E}"/>
          </ac:spMkLst>
        </pc:spChg>
        <pc:picChg chg="add mod">
          <ac:chgData name="Evgeny Solovyev" userId="bcfa930f-b6be-4bbb-aeb8-5203be9dadaa" providerId="ADAL" clId="{F65FA86A-F376-4435-B6D1-E310A9320D4B}" dt="2023-02-13T11:54:37.421" v="470"/>
          <ac:picMkLst>
            <pc:docMk/>
            <pc:sldMk cId="2404342217" sldId="1255"/>
            <ac:picMk id="2" creationId="{193AC55E-6AE8-F60F-D4FF-30CE5E061D12}"/>
          </ac:picMkLst>
        </pc:picChg>
      </pc:sldChg>
      <pc:sldChg chg="modSp mod">
        <pc:chgData name="Evgeny Solovyev" userId="bcfa930f-b6be-4bbb-aeb8-5203be9dadaa" providerId="ADAL" clId="{F65FA86A-F376-4435-B6D1-E310A9320D4B}" dt="2023-02-08T11:14:27.200" v="370" actId="20577"/>
        <pc:sldMkLst>
          <pc:docMk/>
          <pc:sldMk cId="2574559992" sldId="1256"/>
        </pc:sldMkLst>
        <pc:spChg chg="mod">
          <ac:chgData name="Evgeny Solovyev" userId="bcfa930f-b6be-4bbb-aeb8-5203be9dadaa" providerId="ADAL" clId="{F65FA86A-F376-4435-B6D1-E310A9320D4B}" dt="2023-02-08T11:14:27.200" v="370" actId="20577"/>
          <ac:spMkLst>
            <pc:docMk/>
            <pc:sldMk cId="2574559992" sldId="1256"/>
            <ac:spMk id="14" creationId="{15DA0A5E-C28B-99DD-15FC-29713D95B2EE}"/>
          </ac:spMkLst>
        </pc:spChg>
      </pc:sldChg>
      <pc:sldChg chg="modSp ord">
        <pc:chgData name="Evgeny Solovyev" userId="bcfa930f-b6be-4bbb-aeb8-5203be9dadaa" providerId="ADAL" clId="{F65FA86A-F376-4435-B6D1-E310A9320D4B}" dt="2023-02-15T09:51:25.493" v="2279"/>
        <pc:sldMkLst>
          <pc:docMk/>
          <pc:sldMk cId="207859105" sldId="1257"/>
        </pc:sldMkLst>
        <pc:spChg chg="mod">
          <ac:chgData name="Evgeny Solovyev" userId="bcfa930f-b6be-4bbb-aeb8-5203be9dadaa" providerId="ADAL" clId="{F65FA86A-F376-4435-B6D1-E310A9320D4B}" dt="2023-02-15T09:51:10.759" v="2277" actId="20577"/>
          <ac:spMkLst>
            <pc:docMk/>
            <pc:sldMk cId="207859105" sldId="1257"/>
            <ac:spMk id="4" creationId="{C1FC47EA-2B15-42DB-A0E7-1ACD240F710F}"/>
          </ac:spMkLst>
        </pc:spChg>
        <pc:spChg chg="mod">
          <ac:chgData name="Evgeny Solovyev" userId="bcfa930f-b6be-4bbb-aeb8-5203be9dadaa" providerId="ADAL" clId="{F65FA86A-F376-4435-B6D1-E310A9320D4B}" dt="2023-02-15T09:51:21.872" v="2278"/>
          <ac:spMkLst>
            <pc:docMk/>
            <pc:sldMk cId="207859105" sldId="1257"/>
            <ac:spMk id="7" creationId="{DA653559-0F05-4FC3-9AB2-12ABC861E1F1}"/>
          </ac:spMkLst>
        </pc:spChg>
        <pc:spChg chg="mod">
          <ac:chgData name="Evgeny Solovyev" userId="bcfa930f-b6be-4bbb-aeb8-5203be9dadaa" providerId="ADAL" clId="{F65FA86A-F376-4435-B6D1-E310A9320D4B}" dt="2023-02-15T09:51:25.493" v="2279"/>
          <ac:spMkLst>
            <pc:docMk/>
            <pc:sldMk cId="207859105" sldId="1257"/>
            <ac:spMk id="8" creationId="{9083260A-BD92-416B-8784-21126B0BC29B}"/>
          </ac:spMkLst>
        </pc:spChg>
      </pc:sldChg>
      <pc:sldChg chg="addSp delSp modSp mod ord">
        <pc:chgData name="Evgeny Solovyev" userId="bcfa930f-b6be-4bbb-aeb8-5203be9dadaa" providerId="ADAL" clId="{F65FA86A-F376-4435-B6D1-E310A9320D4B}" dt="2023-02-15T06:00:12.782" v="2068" actId="6549"/>
        <pc:sldMkLst>
          <pc:docMk/>
          <pc:sldMk cId="3339695502" sldId="1262"/>
        </pc:sldMkLst>
        <pc:spChg chg="add mod">
          <ac:chgData name="Evgeny Solovyev" userId="bcfa930f-b6be-4bbb-aeb8-5203be9dadaa" providerId="ADAL" clId="{F65FA86A-F376-4435-B6D1-E310A9320D4B}" dt="2023-02-14T08:08:20.718" v="1885" actId="404"/>
          <ac:spMkLst>
            <pc:docMk/>
            <pc:sldMk cId="3339695502" sldId="1262"/>
            <ac:spMk id="2" creationId="{B5F4E743-DCF4-7A76-E87E-9BCE261658B6}"/>
          </ac:spMkLst>
        </pc:spChg>
        <pc:spChg chg="mod">
          <ac:chgData name="Evgeny Solovyev" userId="bcfa930f-b6be-4bbb-aeb8-5203be9dadaa" providerId="ADAL" clId="{F65FA86A-F376-4435-B6D1-E310A9320D4B}" dt="2023-02-13T12:14:56.830" v="498" actId="6549"/>
          <ac:spMkLst>
            <pc:docMk/>
            <pc:sldMk cId="3339695502" sldId="1262"/>
            <ac:spMk id="25" creationId="{00000000-0000-0000-0000-000000000000}"/>
          </ac:spMkLst>
        </pc:spChg>
        <pc:graphicFrameChg chg="modGraphic">
          <ac:chgData name="Evgeny Solovyev" userId="bcfa930f-b6be-4bbb-aeb8-5203be9dadaa" providerId="ADAL" clId="{F65FA86A-F376-4435-B6D1-E310A9320D4B}" dt="2023-02-15T06:00:12.782" v="2068" actId="6549"/>
          <ac:graphicFrameMkLst>
            <pc:docMk/>
            <pc:sldMk cId="3339695502" sldId="1262"/>
            <ac:graphicFrameMk id="40" creationId="{00000000-0000-0000-0000-000000000000}"/>
          </ac:graphicFrameMkLst>
        </pc:graphicFrameChg>
        <pc:picChg chg="del">
          <ac:chgData name="Evgeny Solovyev" userId="bcfa930f-b6be-4bbb-aeb8-5203be9dadaa" providerId="ADAL" clId="{F65FA86A-F376-4435-B6D1-E310A9320D4B}" dt="2023-02-14T08:10:04.877" v="1886" actId="478"/>
          <ac:picMkLst>
            <pc:docMk/>
            <pc:sldMk cId="3339695502" sldId="1262"/>
            <ac:picMk id="3" creationId="{9FAF8591-26D5-5B40-5B74-6249BCDCE5F8}"/>
          </ac:picMkLst>
        </pc:picChg>
        <pc:picChg chg="del">
          <ac:chgData name="Evgeny Solovyev" userId="bcfa930f-b6be-4bbb-aeb8-5203be9dadaa" providerId="ADAL" clId="{F65FA86A-F376-4435-B6D1-E310A9320D4B}" dt="2023-02-03T12:39:20.772" v="274" actId="478"/>
          <ac:picMkLst>
            <pc:docMk/>
            <pc:sldMk cId="3339695502" sldId="1262"/>
            <ac:picMk id="43" creationId="{00000000-0000-0000-0000-000000000000}"/>
          </ac:picMkLst>
        </pc:picChg>
      </pc:sldChg>
      <pc:sldChg chg="modSp mod">
        <pc:chgData name="Evgeny Solovyev" userId="bcfa930f-b6be-4bbb-aeb8-5203be9dadaa" providerId="ADAL" clId="{F65FA86A-F376-4435-B6D1-E310A9320D4B}" dt="2023-02-13T11:59:23.344" v="497" actId="1076"/>
        <pc:sldMkLst>
          <pc:docMk/>
          <pc:sldMk cId="1907294906" sldId="1263"/>
        </pc:sldMkLst>
        <pc:spChg chg="mod">
          <ac:chgData name="Evgeny Solovyev" userId="bcfa930f-b6be-4bbb-aeb8-5203be9dadaa" providerId="ADAL" clId="{F65FA86A-F376-4435-B6D1-E310A9320D4B}" dt="2023-02-13T11:59:23.344" v="497" actId="1076"/>
          <ac:spMkLst>
            <pc:docMk/>
            <pc:sldMk cId="1907294906" sldId="1263"/>
            <ac:spMk id="2" creationId="{EC513C67-4461-8CDE-663C-8BF7BDCF5BBF}"/>
          </ac:spMkLst>
        </pc:spChg>
      </pc:sldChg>
      <pc:sldChg chg="modSp mod">
        <pc:chgData name="Evgeny Solovyev" userId="bcfa930f-b6be-4bbb-aeb8-5203be9dadaa" providerId="ADAL" clId="{F65FA86A-F376-4435-B6D1-E310A9320D4B}" dt="2023-02-14T08:10:49.992" v="1891" actId="404"/>
        <pc:sldMkLst>
          <pc:docMk/>
          <pc:sldMk cId="1225573622" sldId="1264"/>
        </pc:sldMkLst>
        <pc:graphicFrameChg chg="mod modGraphic">
          <ac:chgData name="Evgeny Solovyev" userId="bcfa930f-b6be-4bbb-aeb8-5203be9dadaa" providerId="ADAL" clId="{F65FA86A-F376-4435-B6D1-E310A9320D4B}" dt="2023-02-14T08:10:49.992" v="1891" actId="404"/>
          <ac:graphicFrameMkLst>
            <pc:docMk/>
            <pc:sldMk cId="1225573622" sldId="1264"/>
            <ac:graphicFrameMk id="7" creationId="{9EC1E127-9566-0878-F258-B464350C059A}"/>
          </ac:graphicFrameMkLst>
        </pc:graphicFrameChg>
      </pc:sldChg>
      <pc:sldChg chg="addSp delSp modSp modAnim">
        <pc:chgData name="Evgeny Solovyev" userId="bcfa930f-b6be-4bbb-aeb8-5203be9dadaa" providerId="ADAL" clId="{F65FA86A-F376-4435-B6D1-E310A9320D4B}" dt="2023-02-13T13:11:47.666" v="1212" actId="21"/>
        <pc:sldMkLst>
          <pc:docMk/>
          <pc:sldMk cId="491323443" sldId="1267"/>
        </pc:sldMkLst>
        <pc:picChg chg="add del mod">
          <ac:chgData name="Evgeny Solovyev" userId="bcfa930f-b6be-4bbb-aeb8-5203be9dadaa" providerId="ADAL" clId="{F65FA86A-F376-4435-B6D1-E310A9320D4B}" dt="2023-02-13T13:11:47.666" v="1212" actId="21"/>
          <ac:picMkLst>
            <pc:docMk/>
            <pc:sldMk cId="491323443" sldId="1267"/>
            <ac:picMk id="9" creationId="{E4C6BC8B-D6E6-B16F-54DF-72420FC02022}"/>
          </ac:picMkLst>
        </pc:picChg>
      </pc:sldChg>
      <pc:sldChg chg="addSp modSp mod ord modAnim">
        <pc:chgData name="Evgeny Solovyev" userId="bcfa930f-b6be-4bbb-aeb8-5203be9dadaa" providerId="ADAL" clId="{F65FA86A-F376-4435-B6D1-E310A9320D4B}" dt="2023-02-13T13:56:16.867" v="1781"/>
        <pc:sldMkLst>
          <pc:docMk/>
          <pc:sldMk cId="360082226" sldId="1274"/>
        </pc:sldMkLst>
        <pc:spChg chg="add mod">
          <ac:chgData name="Evgeny Solovyev" userId="bcfa930f-b6be-4bbb-aeb8-5203be9dadaa" providerId="ADAL" clId="{F65FA86A-F376-4435-B6D1-E310A9320D4B}" dt="2023-02-13T12:27:49.759" v="630" actId="20577"/>
          <ac:spMkLst>
            <pc:docMk/>
            <pc:sldMk cId="360082226" sldId="1274"/>
            <ac:spMk id="2" creationId="{8F98E862-89C2-B9F1-95BF-61A33662389E}"/>
          </ac:spMkLst>
        </pc:spChg>
        <pc:spChg chg="add mod">
          <ac:chgData name="Evgeny Solovyev" userId="bcfa930f-b6be-4bbb-aeb8-5203be9dadaa" providerId="ADAL" clId="{F65FA86A-F376-4435-B6D1-E310A9320D4B}" dt="2023-02-13T12:31:16.334" v="758" actId="12"/>
          <ac:spMkLst>
            <pc:docMk/>
            <pc:sldMk cId="360082226" sldId="1274"/>
            <ac:spMk id="5" creationId="{428A076E-F018-F8B9-0BEB-CD9A857F1ACD}"/>
          </ac:spMkLst>
        </pc:spChg>
        <pc:picChg chg="mod modCrop">
          <ac:chgData name="Evgeny Solovyev" userId="bcfa930f-b6be-4bbb-aeb8-5203be9dadaa" providerId="ADAL" clId="{F65FA86A-F376-4435-B6D1-E310A9320D4B}" dt="2023-02-13T12:31:00.263" v="756" actId="1076"/>
          <ac:picMkLst>
            <pc:docMk/>
            <pc:sldMk cId="360082226" sldId="1274"/>
            <ac:picMk id="3" creationId="{9F980280-539D-290E-BEA5-B5946F525255}"/>
          </ac:picMkLst>
        </pc:picChg>
        <pc:picChg chg="add mod modCrop">
          <ac:chgData name="Evgeny Solovyev" userId="bcfa930f-b6be-4bbb-aeb8-5203be9dadaa" providerId="ADAL" clId="{F65FA86A-F376-4435-B6D1-E310A9320D4B}" dt="2023-02-13T12:30:57.616" v="755" actId="1076"/>
          <ac:picMkLst>
            <pc:docMk/>
            <pc:sldMk cId="360082226" sldId="1274"/>
            <ac:picMk id="4" creationId="{942592A4-6BF5-924E-0F2D-3E19AB958B18}"/>
          </ac:picMkLst>
        </pc:picChg>
      </pc:sldChg>
      <pc:sldChg chg="addSp delSp modSp mod">
        <pc:chgData name="Evgeny Solovyev" userId="bcfa930f-b6be-4bbb-aeb8-5203be9dadaa" providerId="ADAL" clId="{F65FA86A-F376-4435-B6D1-E310A9320D4B}" dt="2023-02-15T10:00:22.380" v="2362" actId="552"/>
        <pc:sldMkLst>
          <pc:docMk/>
          <pc:sldMk cId="652482537" sldId="1275"/>
        </pc:sldMkLst>
        <pc:spChg chg="mod">
          <ac:chgData name="Evgeny Solovyev" userId="bcfa930f-b6be-4bbb-aeb8-5203be9dadaa" providerId="ADAL" clId="{F65FA86A-F376-4435-B6D1-E310A9320D4B}" dt="2023-02-15T10:00:22.380" v="2362" actId="552"/>
          <ac:spMkLst>
            <pc:docMk/>
            <pc:sldMk cId="652482537" sldId="1275"/>
            <ac:spMk id="3" creationId="{F3AE101E-840D-0DD4-2161-A08EF3586A9B}"/>
          </ac:spMkLst>
        </pc:spChg>
        <pc:spChg chg="mod">
          <ac:chgData name="Evgeny Solovyev" userId="bcfa930f-b6be-4bbb-aeb8-5203be9dadaa" providerId="ADAL" clId="{F65FA86A-F376-4435-B6D1-E310A9320D4B}" dt="2023-02-14T08:14:45.207" v="1908" actId="552"/>
          <ac:spMkLst>
            <pc:docMk/>
            <pc:sldMk cId="652482537" sldId="1275"/>
            <ac:spMk id="5" creationId="{7CE60810-F59B-0DCA-A765-D3A2CF443E31}"/>
          </ac:spMkLst>
        </pc:spChg>
        <pc:spChg chg="mod">
          <ac:chgData name="Evgeny Solovyev" userId="bcfa930f-b6be-4bbb-aeb8-5203be9dadaa" providerId="ADAL" clId="{F65FA86A-F376-4435-B6D1-E310A9320D4B}" dt="2023-02-14T08:14:45.207" v="1908" actId="552"/>
          <ac:spMkLst>
            <pc:docMk/>
            <pc:sldMk cId="652482537" sldId="1275"/>
            <ac:spMk id="6" creationId="{70285FA7-418B-80AF-7DAF-45E1B6886DD6}"/>
          </ac:spMkLst>
        </pc:spChg>
        <pc:spChg chg="mod">
          <ac:chgData name="Evgeny Solovyev" userId="bcfa930f-b6be-4bbb-aeb8-5203be9dadaa" providerId="ADAL" clId="{F65FA86A-F376-4435-B6D1-E310A9320D4B}" dt="2023-02-14T08:14:45.207" v="1908" actId="552"/>
          <ac:spMkLst>
            <pc:docMk/>
            <pc:sldMk cId="652482537" sldId="1275"/>
            <ac:spMk id="7" creationId="{F20F2C22-40AF-F63A-7DDD-A5C22BE1CF83}"/>
          </ac:spMkLst>
        </pc:spChg>
        <pc:spChg chg="mod">
          <ac:chgData name="Evgeny Solovyev" userId="bcfa930f-b6be-4bbb-aeb8-5203be9dadaa" providerId="ADAL" clId="{F65FA86A-F376-4435-B6D1-E310A9320D4B}" dt="2023-02-15T10:00:22.380" v="2362" actId="552"/>
          <ac:spMkLst>
            <pc:docMk/>
            <pc:sldMk cId="652482537" sldId="1275"/>
            <ac:spMk id="8" creationId="{84E248C3-7EFA-1C5D-F22B-721BA48493B7}"/>
          </ac:spMkLst>
        </pc:spChg>
        <pc:spChg chg="mod">
          <ac:chgData name="Evgeny Solovyev" userId="bcfa930f-b6be-4bbb-aeb8-5203be9dadaa" providerId="ADAL" clId="{F65FA86A-F376-4435-B6D1-E310A9320D4B}" dt="2023-02-15T10:00:22.380" v="2362" actId="552"/>
          <ac:spMkLst>
            <pc:docMk/>
            <pc:sldMk cId="652482537" sldId="1275"/>
            <ac:spMk id="12" creationId="{F073E4CD-2C1E-264A-387C-FF084E6D1704}"/>
          </ac:spMkLst>
        </pc:spChg>
        <pc:spChg chg="add del">
          <ac:chgData name="Evgeny Solovyev" userId="bcfa930f-b6be-4bbb-aeb8-5203be9dadaa" providerId="ADAL" clId="{F65FA86A-F376-4435-B6D1-E310A9320D4B}" dt="2023-02-15T09:58:31.637" v="2286" actId="478"/>
          <ac:spMkLst>
            <pc:docMk/>
            <pc:sldMk cId="652482537" sldId="1275"/>
            <ac:spMk id="13" creationId="{395C1B95-B8A1-FEC5-C39A-BE839C446003}"/>
          </ac:spMkLst>
        </pc:spChg>
      </pc:sldChg>
      <pc:sldChg chg="modAnim">
        <pc:chgData name="Evgeny Solovyev" userId="bcfa930f-b6be-4bbb-aeb8-5203be9dadaa" providerId="ADAL" clId="{F65FA86A-F376-4435-B6D1-E310A9320D4B}" dt="2023-02-13T11:33:11.321" v="407"/>
        <pc:sldMkLst>
          <pc:docMk/>
          <pc:sldMk cId="1446865605" sldId="1278"/>
        </pc:sldMkLst>
      </pc:sldChg>
      <pc:sldChg chg="modSp mod">
        <pc:chgData name="Evgeny Solovyev" userId="bcfa930f-b6be-4bbb-aeb8-5203be9dadaa" providerId="ADAL" clId="{F65FA86A-F376-4435-B6D1-E310A9320D4B}" dt="2023-02-14T08:16:16.243" v="1911" actId="1076"/>
        <pc:sldMkLst>
          <pc:docMk/>
          <pc:sldMk cId="3504135430" sldId="1294"/>
        </pc:sldMkLst>
        <pc:spChg chg="mod">
          <ac:chgData name="Evgeny Solovyev" userId="bcfa930f-b6be-4bbb-aeb8-5203be9dadaa" providerId="ADAL" clId="{F65FA86A-F376-4435-B6D1-E310A9320D4B}" dt="2023-02-14T08:16:12.296" v="1910" actId="1076"/>
          <ac:spMkLst>
            <pc:docMk/>
            <pc:sldMk cId="3504135430" sldId="1294"/>
            <ac:spMk id="3" creationId="{CE7BB30D-F4B9-9D9C-4ECD-F0B2F0C2FF33}"/>
          </ac:spMkLst>
        </pc:spChg>
        <pc:spChg chg="mod">
          <ac:chgData name="Evgeny Solovyev" userId="bcfa930f-b6be-4bbb-aeb8-5203be9dadaa" providerId="ADAL" clId="{F65FA86A-F376-4435-B6D1-E310A9320D4B}" dt="2023-02-14T08:16:16.243" v="1911" actId="1076"/>
          <ac:spMkLst>
            <pc:docMk/>
            <pc:sldMk cId="3504135430" sldId="1294"/>
            <ac:spMk id="10" creationId="{967ECF95-969A-B115-4B37-C4BF67D1A441}"/>
          </ac:spMkLst>
        </pc:spChg>
        <pc:spChg chg="mod">
          <ac:chgData name="Evgeny Solovyev" userId="bcfa930f-b6be-4bbb-aeb8-5203be9dadaa" providerId="ADAL" clId="{F65FA86A-F376-4435-B6D1-E310A9320D4B}" dt="2023-02-14T08:16:01.337" v="1909" actId="552"/>
          <ac:spMkLst>
            <pc:docMk/>
            <pc:sldMk cId="3504135430" sldId="1294"/>
            <ac:spMk id="12" creationId="{7A5865B8-1837-DC2D-B3B3-864FA1F418B8}"/>
          </ac:spMkLst>
        </pc:spChg>
        <pc:spChg chg="mod">
          <ac:chgData name="Evgeny Solovyev" userId="bcfa930f-b6be-4bbb-aeb8-5203be9dadaa" providerId="ADAL" clId="{F65FA86A-F376-4435-B6D1-E310A9320D4B}" dt="2023-02-14T08:16:01.337" v="1909" actId="552"/>
          <ac:spMkLst>
            <pc:docMk/>
            <pc:sldMk cId="3504135430" sldId="1294"/>
            <ac:spMk id="15" creationId="{670E3BD2-008F-61FD-9F8A-1C4CD2F93B07}"/>
          </ac:spMkLst>
        </pc:spChg>
        <pc:spChg chg="mod">
          <ac:chgData name="Evgeny Solovyev" userId="bcfa930f-b6be-4bbb-aeb8-5203be9dadaa" providerId="ADAL" clId="{F65FA86A-F376-4435-B6D1-E310A9320D4B}" dt="2023-02-14T08:16:01.337" v="1909" actId="552"/>
          <ac:spMkLst>
            <pc:docMk/>
            <pc:sldMk cId="3504135430" sldId="1294"/>
            <ac:spMk id="16" creationId="{AF733C75-1272-859F-3595-FA01B05AF088}"/>
          </ac:spMkLst>
        </pc:spChg>
        <pc:spChg chg="mod">
          <ac:chgData name="Evgeny Solovyev" userId="bcfa930f-b6be-4bbb-aeb8-5203be9dadaa" providerId="ADAL" clId="{F65FA86A-F376-4435-B6D1-E310A9320D4B}" dt="2023-02-14T06:17:53.793" v="1792" actId="1076"/>
          <ac:spMkLst>
            <pc:docMk/>
            <pc:sldMk cId="3504135430" sldId="1294"/>
            <ac:spMk id="22" creationId="{66ACDE08-C5A5-BD28-4483-721DC21E6FFF}"/>
          </ac:spMkLst>
        </pc:spChg>
        <pc:picChg chg="mod">
          <ac:chgData name="Evgeny Solovyev" userId="bcfa930f-b6be-4bbb-aeb8-5203be9dadaa" providerId="ADAL" clId="{F65FA86A-F376-4435-B6D1-E310A9320D4B}" dt="2023-01-26T17:05:11.661" v="133" actId="1076"/>
          <ac:picMkLst>
            <pc:docMk/>
            <pc:sldMk cId="3504135430" sldId="1294"/>
            <ac:picMk id="4" creationId="{00F84B9B-E8B7-3572-CF70-802FA7380109}"/>
          </ac:picMkLst>
        </pc:picChg>
        <pc:picChg chg="mod">
          <ac:chgData name="Evgeny Solovyev" userId="bcfa930f-b6be-4bbb-aeb8-5203be9dadaa" providerId="ADAL" clId="{F65FA86A-F376-4435-B6D1-E310A9320D4B}" dt="2023-01-26T16:54:36.767" v="126" actId="1076"/>
          <ac:picMkLst>
            <pc:docMk/>
            <pc:sldMk cId="3504135430" sldId="1294"/>
            <ac:picMk id="11" creationId="{60ED4487-F2C0-8CDD-E72C-330811C463FE}"/>
          </ac:picMkLst>
        </pc:picChg>
        <pc:picChg chg="mod">
          <ac:chgData name="Evgeny Solovyev" userId="bcfa930f-b6be-4bbb-aeb8-5203be9dadaa" providerId="ADAL" clId="{F65FA86A-F376-4435-B6D1-E310A9320D4B}" dt="2023-01-26T16:54:36.767" v="126" actId="1076"/>
          <ac:picMkLst>
            <pc:docMk/>
            <pc:sldMk cId="3504135430" sldId="1294"/>
            <ac:picMk id="2050" creationId="{14C99B34-A587-56DF-D59E-4E882305638A}"/>
          </ac:picMkLst>
        </pc:picChg>
      </pc:sldChg>
      <pc:sldChg chg="modSp mod">
        <pc:chgData name="Evgeny Solovyev" userId="bcfa930f-b6be-4bbb-aeb8-5203be9dadaa" providerId="ADAL" clId="{F65FA86A-F376-4435-B6D1-E310A9320D4B}" dt="2023-02-14T08:22:36.956" v="1963" actId="1076"/>
        <pc:sldMkLst>
          <pc:docMk/>
          <pc:sldMk cId="2151225886" sldId="1295"/>
        </pc:sldMkLst>
        <pc:spChg chg="mod">
          <ac:chgData name="Evgeny Solovyev" userId="bcfa930f-b6be-4bbb-aeb8-5203be9dadaa" providerId="ADAL" clId="{F65FA86A-F376-4435-B6D1-E310A9320D4B}" dt="2023-02-13T10:49:18.647" v="377" actId="2"/>
          <ac:spMkLst>
            <pc:docMk/>
            <pc:sldMk cId="2151225886" sldId="1295"/>
            <ac:spMk id="12" creationId="{992D2E1F-23AD-88B6-1AD6-51C7156E5DDD}"/>
          </ac:spMkLst>
        </pc:spChg>
        <pc:spChg chg="mod">
          <ac:chgData name="Evgeny Solovyev" userId="bcfa930f-b6be-4bbb-aeb8-5203be9dadaa" providerId="ADAL" clId="{F65FA86A-F376-4435-B6D1-E310A9320D4B}" dt="2023-02-14T08:22:36.956" v="1963" actId="1076"/>
          <ac:spMkLst>
            <pc:docMk/>
            <pc:sldMk cId="2151225886" sldId="1295"/>
            <ac:spMk id="15" creationId="{FF219978-583A-4FC5-A712-6C07889F5686}"/>
          </ac:spMkLst>
        </pc:spChg>
        <pc:picChg chg="mod">
          <ac:chgData name="Evgeny Solovyev" userId="bcfa930f-b6be-4bbb-aeb8-5203be9dadaa" providerId="ADAL" clId="{F65FA86A-F376-4435-B6D1-E310A9320D4B}" dt="2023-01-26T18:28:08.685" v="151" actId="1076"/>
          <ac:picMkLst>
            <pc:docMk/>
            <pc:sldMk cId="2151225886" sldId="1295"/>
            <ac:picMk id="1030" creationId="{382900BB-328B-6697-BEDF-BC160739AF49}"/>
          </ac:picMkLst>
        </pc:picChg>
      </pc:sldChg>
      <pc:sldChg chg="addSp modSp mod modAnim">
        <pc:chgData name="Evgeny Solovyev" userId="bcfa930f-b6be-4bbb-aeb8-5203be9dadaa" providerId="ADAL" clId="{F65FA86A-F376-4435-B6D1-E310A9320D4B}" dt="2023-02-15T10:03:48.221" v="2365" actId="1076"/>
        <pc:sldMkLst>
          <pc:docMk/>
          <pc:sldMk cId="1420909132" sldId="1296"/>
        </pc:sldMkLst>
        <pc:spChg chg="mod">
          <ac:chgData name="Evgeny Solovyev" userId="bcfa930f-b6be-4bbb-aeb8-5203be9dadaa" providerId="ADAL" clId="{F65FA86A-F376-4435-B6D1-E310A9320D4B}" dt="2023-02-15T10:03:48.221" v="2365" actId="1076"/>
          <ac:spMkLst>
            <pc:docMk/>
            <pc:sldMk cId="1420909132" sldId="1296"/>
            <ac:spMk id="16" creationId="{1DD5FE2A-150B-D8EC-03E4-FE1A4E1EE68A}"/>
          </ac:spMkLst>
        </pc:spChg>
        <pc:spChg chg="mod">
          <ac:chgData name="Evgeny Solovyev" userId="bcfa930f-b6be-4bbb-aeb8-5203be9dadaa" providerId="ADAL" clId="{F65FA86A-F376-4435-B6D1-E310A9320D4B}" dt="2023-02-15T10:03:48.221" v="2365" actId="1076"/>
          <ac:spMkLst>
            <pc:docMk/>
            <pc:sldMk cId="1420909132" sldId="1296"/>
            <ac:spMk id="17" creationId="{EEFAEAB0-9130-6011-FF43-6F0FF970A013}"/>
          </ac:spMkLst>
        </pc:spChg>
        <pc:spChg chg="mod">
          <ac:chgData name="Evgeny Solovyev" userId="bcfa930f-b6be-4bbb-aeb8-5203be9dadaa" providerId="ADAL" clId="{F65FA86A-F376-4435-B6D1-E310A9320D4B}" dt="2023-02-15T10:03:48.221" v="2365" actId="1076"/>
          <ac:spMkLst>
            <pc:docMk/>
            <pc:sldMk cId="1420909132" sldId="1296"/>
            <ac:spMk id="18" creationId="{2251D700-0054-8C6D-1BA1-6D1FDCDF18E2}"/>
          </ac:spMkLst>
        </pc:spChg>
        <pc:spChg chg="mod">
          <ac:chgData name="Evgeny Solovyev" userId="bcfa930f-b6be-4bbb-aeb8-5203be9dadaa" providerId="ADAL" clId="{F65FA86A-F376-4435-B6D1-E310A9320D4B}" dt="2023-02-15T10:03:48.221" v="2365" actId="1076"/>
          <ac:spMkLst>
            <pc:docMk/>
            <pc:sldMk cId="1420909132" sldId="1296"/>
            <ac:spMk id="19" creationId="{A54E4E52-5C6E-A74E-CCB6-05A480F257C5}"/>
          </ac:spMkLst>
        </pc:spChg>
        <pc:spChg chg="mod">
          <ac:chgData name="Evgeny Solovyev" userId="bcfa930f-b6be-4bbb-aeb8-5203be9dadaa" providerId="ADAL" clId="{F65FA86A-F376-4435-B6D1-E310A9320D4B}" dt="2023-02-15T10:03:48.221" v="2365" actId="1076"/>
          <ac:spMkLst>
            <pc:docMk/>
            <pc:sldMk cId="1420909132" sldId="1296"/>
            <ac:spMk id="20" creationId="{48C4FD3B-1DBA-DF0D-C744-13F5EABDACAE}"/>
          </ac:spMkLst>
        </pc:spChg>
        <pc:spChg chg="add mod">
          <ac:chgData name="Evgeny Solovyev" userId="bcfa930f-b6be-4bbb-aeb8-5203be9dadaa" providerId="ADAL" clId="{F65FA86A-F376-4435-B6D1-E310A9320D4B}" dt="2023-02-14T08:23:53.780" v="1977" actId="1076"/>
          <ac:spMkLst>
            <pc:docMk/>
            <pc:sldMk cId="1420909132" sldId="1296"/>
            <ac:spMk id="30" creationId="{1FCD6B10-59F9-8CAE-D430-9853F0FEA815}"/>
          </ac:spMkLst>
        </pc:spChg>
        <pc:picChg chg="mod">
          <ac:chgData name="Evgeny Solovyev" userId="bcfa930f-b6be-4bbb-aeb8-5203be9dadaa" providerId="ADAL" clId="{F65FA86A-F376-4435-B6D1-E310A9320D4B}" dt="2023-02-15T10:03:48.221" v="2365" actId="1076"/>
          <ac:picMkLst>
            <pc:docMk/>
            <pc:sldMk cId="1420909132" sldId="1296"/>
            <ac:picMk id="12" creationId="{A899A4EE-C94A-CBE4-C082-EB66F9607900}"/>
          </ac:picMkLst>
        </pc:picChg>
        <pc:picChg chg="mod">
          <ac:chgData name="Evgeny Solovyev" userId="bcfa930f-b6be-4bbb-aeb8-5203be9dadaa" providerId="ADAL" clId="{F65FA86A-F376-4435-B6D1-E310A9320D4B}" dt="2023-02-15T10:03:48.221" v="2365" actId="1076"/>
          <ac:picMkLst>
            <pc:docMk/>
            <pc:sldMk cId="1420909132" sldId="1296"/>
            <ac:picMk id="13" creationId="{943E257F-B71B-5D54-DE22-952A18C3B67B}"/>
          </ac:picMkLst>
        </pc:picChg>
        <pc:picChg chg="mod">
          <ac:chgData name="Evgeny Solovyev" userId="bcfa930f-b6be-4bbb-aeb8-5203be9dadaa" providerId="ADAL" clId="{F65FA86A-F376-4435-B6D1-E310A9320D4B}" dt="2023-02-15T10:03:48.221" v="2365" actId="1076"/>
          <ac:picMkLst>
            <pc:docMk/>
            <pc:sldMk cId="1420909132" sldId="1296"/>
            <ac:picMk id="14" creationId="{3B798B7D-BBE8-CE03-2DBA-AE50086FA545}"/>
          </ac:picMkLst>
        </pc:picChg>
        <pc:picChg chg="mod">
          <ac:chgData name="Evgeny Solovyev" userId="bcfa930f-b6be-4bbb-aeb8-5203be9dadaa" providerId="ADAL" clId="{F65FA86A-F376-4435-B6D1-E310A9320D4B}" dt="2023-02-15T10:03:48.221" v="2365" actId="1076"/>
          <ac:picMkLst>
            <pc:docMk/>
            <pc:sldMk cId="1420909132" sldId="1296"/>
            <ac:picMk id="15" creationId="{29EC80CB-D76D-13B8-483A-891DB66548F5}"/>
          </ac:picMkLst>
        </pc:picChg>
        <pc:picChg chg="mod">
          <ac:chgData name="Evgeny Solovyev" userId="bcfa930f-b6be-4bbb-aeb8-5203be9dadaa" providerId="ADAL" clId="{F65FA86A-F376-4435-B6D1-E310A9320D4B}" dt="2023-02-15T10:03:48.221" v="2365" actId="1076"/>
          <ac:picMkLst>
            <pc:docMk/>
            <pc:sldMk cId="1420909132" sldId="1296"/>
            <ac:picMk id="27" creationId="{20B5B753-FE88-E4C8-4623-78434C86FC25}"/>
          </ac:picMkLst>
        </pc:picChg>
      </pc:sldChg>
      <pc:sldChg chg="addSp delSp modSp mod delAnim modAnim">
        <pc:chgData name="Evgeny Solovyev" userId="bcfa930f-b6be-4bbb-aeb8-5203be9dadaa" providerId="ADAL" clId="{F65FA86A-F376-4435-B6D1-E310A9320D4B}" dt="2023-02-15T10:05:29.395" v="2367" actId="14100"/>
        <pc:sldMkLst>
          <pc:docMk/>
          <pc:sldMk cId="705877361" sldId="1299"/>
        </pc:sldMkLst>
        <pc:spChg chg="mod">
          <ac:chgData name="Evgeny Solovyev" userId="bcfa930f-b6be-4bbb-aeb8-5203be9dadaa" providerId="ADAL" clId="{F65FA86A-F376-4435-B6D1-E310A9320D4B}" dt="2023-01-26T08:18:43.239" v="1" actId="14100"/>
          <ac:spMkLst>
            <pc:docMk/>
            <pc:sldMk cId="705877361" sldId="1299"/>
            <ac:spMk id="8" creationId="{3FB9C205-4415-A3F3-AA8D-0EB1D62CDE9A}"/>
          </ac:spMkLst>
        </pc:spChg>
        <pc:spChg chg="mod">
          <ac:chgData name="Evgeny Solovyev" userId="bcfa930f-b6be-4bbb-aeb8-5203be9dadaa" providerId="ADAL" clId="{F65FA86A-F376-4435-B6D1-E310A9320D4B}" dt="2023-02-15T10:05:29.395" v="2367" actId="14100"/>
          <ac:spMkLst>
            <pc:docMk/>
            <pc:sldMk cId="705877361" sldId="1299"/>
            <ac:spMk id="10" creationId="{C6151C60-81B0-48F6-5692-635324C28C09}"/>
          </ac:spMkLst>
        </pc:spChg>
        <pc:spChg chg="add mod">
          <ac:chgData name="Evgeny Solovyev" userId="bcfa930f-b6be-4bbb-aeb8-5203be9dadaa" providerId="ADAL" clId="{F65FA86A-F376-4435-B6D1-E310A9320D4B}" dt="2023-01-26T17:07:06.050" v="146" actId="1076"/>
          <ac:spMkLst>
            <pc:docMk/>
            <pc:sldMk cId="705877361" sldId="1299"/>
            <ac:spMk id="13" creationId="{293086AB-9AE4-118A-A409-4B87CAF619A5}"/>
          </ac:spMkLst>
        </pc:spChg>
        <pc:spChg chg="mod">
          <ac:chgData name="Evgeny Solovyev" userId="bcfa930f-b6be-4bbb-aeb8-5203be9dadaa" providerId="ADAL" clId="{F65FA86A-F376-4435-B6D1-E310A9320D4B}" dt="2023-01-26T17:06:17.990" v="137" actId="1076"/>
          <ac:spMkLst>
            <pc:docMk/>
            <pc:sldMk cId="705877361" sldId="1299"/>
            <ac:spMk id="18" creationId="{DDAF6B51-6605-8AA4-8A00-28A4E1CDFA6E}"/>
          </ac:spMkLst>
        </pc:spChg>
        <pc:spChg chg="mod">
          <ac:chgData name="Evgeny Solovyev" userId="bcfa930f-b6be-4bbb-aeb8-5203be9dadaa" providerId="ADAL" clId="{F65FA86A-F376-4435-B6D1-E310A9320D4B}" dt="2023-02-15T10:05:24.026" v="2366" actId="1076"/>
          <ac:spMkLst>
            <pc:docMk/>
            <pc:sldMk cId="705877361" sldId="1299"/>
            <ac:spMk id="19" creationId="{1FAFFA2C-8069-767D-EE9C-516288508202}"/>
          </ac:spMkLst>
        </pc:spChg>
        <pc:picChg chg="add mod">
          <ac:chgData name="Evgeny Solovyev" userId="bcfa930f-b6be-4bbb-aeb8-5203be9dadaa" providerId="ADAL" clId="{F65FA86A-F376-4435-B6D1-E310A9320D4B}" dt="2023-01-26T17:06:45.327" v="141" actId="1076"/>
          <ac:picMkLst>
            <pc:docMk/>
            <pc:sldMk cId="705877361" sldId="1299"/>
            <ac:picMk id="4" creationId="{16AA51D3-6CA3-F51D-28ED-FB2854158C0E}"/>
          </ac:picMkLst>
        </pc:picChg>
        <pc:picChg chg="mod">
          <ac:chgData name="Evgeny Solovyev" userId="bcfa930f-b6be-4bbb-aeb8-5203be9dadaa" providerId="ADAL" clId="{F65FA86A-F376-4435-B6D1-E310A9320D4B}" dt="2023-01-26T17:06:12.024" v="136" actId="1076"/>
          <ac:picMkLst>
            <pc:docMk/>
            <pc:sldMk cId="705877361" sldId="1299"/>
            <ac:picMk id="17" creationId="{33054C7E-03C3-A40A-7D56-99D86923FF2C}"/>
          </ac:picMkLst>
        </pc:picChg>
        <pc:picChg chg="del">
          <ac:chgData name="Evgeny Solovyev" userId="bcfa930f-b6be-4bbb-aeb8-5203be9dadaa" providerId="ADAL" clId="{F65FA86A-F376-4435-B6D1-E310A9320D4B}" dt="2023-01-26T17:06:21.511" v="138" actId="478"/>
          <ac:picMkLst>
            <pc:docMk/>
            <pc:sldMk cId="705877361" sldId="1299"/>
            <ac:picMk id="23" creationId="{0B527550-ECF8-2242-24CF-B5021E37FF23}"/>
          </ac:picMkLst>
        </pc:picChg>
        <pc:picChg chg="mod">
          <ac:chgData name="Evgeny Solovyev" userId="bcfa930f-b6be-4bbb-aeb8-5203be9dadaa" providerId="ADAL" clId="{F65FA86A-F376-4435-B6D1-E310A9320D4B}" dt="2023-01-26T17:06:03.483" v="134" actId="1076"/>
          <ac:picMkLst>
            <pc:docMk/>
            <pc:sldMk cId="705877361" sldId="1299"/>
            <ac:picMk id="2052" creationId="{D37D142D-0A46-48A4-DE84-D27C459C1C95}"/>
          </ac:picMkLst>
        </pc:picChg>
        <pc:picChg chg="mod">
          <ac:chgData name="Evgeny Solovyev" userId="bcfa930f-b6be-4bbb-aeb8-5203be9dadaa" providerId="ADAL" clId="{F65FA86A-F376-4435-B6D1-E310A9320D4B}" dt="2023-01-26T08:18:56.694" v="2" actId="1076"/>
          <ac:picMkLst>
            <pc:docMk/>
            <pc:sldMk cId="705877361" sldId="1299"/>
            <ac:picMk id="2054" creationId="{ACB14B3C-EAE8-97B1-2938-B217BB0B86AE}"/>
          </ac:picMkLst>
        </pc:picChg>
      </pc:sldChg>
      <pc:sldChg chg="modSp mod">
        <pc:chgData name="Evgeny Solovyev" userId="bcfa930f-b6be-4bbb-aeb8-5203be9dadaa" providerId="ADAL" clId="{F65FA86A-F376-4435-B6D1-E310A9320D4B}" dt="2023-02-14T08:26:55.803" v="1989" actId="1076"/>
        <pc:sldMkLst>
          <pc:docMk/>
          <pc:sldMk cId="4200671645" sldId="1300"/>
        </pc:sldMkLst>
        <pc:spChg chg="mod">
          <ac:chgData name="Evgeny Solovyev" userId="bcfa930f-b6be-4bbb-aeb8-5203be9dadaa" providerId="ADAL" clId="{F65FA86A-F376-4435-B6D1-E310A9320D4B}" dt="2023-02-14T08:26:55.803" v="1989" actId="1076"/>
          <ac:spMkLst>
            <pc:docMk/>
            <pc:sldMk cId="4200671645" sldId="1300"/>
            <ac:spMk id="6" creationId="{8C4C3088-674E-60E4-41D9-772C9F08B877}"/>
          </ac:spMkLst>
        </pc:spChg>
        <pc:spChg chg="mod">
          <ac:chgData name="Evgeny Solovyev" userId="bcfa930f-b6be-4bbb-aeb8-5203be9dadaa" providerId="ADAL" clId="{F65FA86A-F376-4435-B6D1-E310A9320D4B}" dt="2023-01-26T18:50:12.633" v="235" actId="113"/>
          <ac:spMkLst>
            <pc:docMk/>
            <pc:sldMk cId="4200671645" sldId="1300"/>
            <ac:spMk id="9" creationId="{FAE743E7-9A8B-19D5-8F55-08A3248A92F6}"/>
          </ac:spMkLst>
        </pc:spChg>
        <pc:picChg chg="mod">
          <ac:chgData name="Evgeny Solovyev" userId="bcfa930f-b6be-4bbb-aeb8-5203be9dadaa" providerId="ADAL" clId="{F65FA86A-F376-4435-B6D1-E310A9320D4B}" dt="2023-02-14T08:26:20.421" v="1979" actId="1076"/>
          <ac:picMkLst>
            <pc:docMk/>
            <pc:sldMk cId="4200671645" sldId="1300"/>
            <ac:picMk id="8194" creationId="{CD5ED96E-C89E-176A-8C56-11D5A560CE90}"/>
          </ac:picMkLst>
        </pc:picChg>
      </pc:sldChg>
      <pc:sldChg chg="modSp mod">
        <pc:chgData name="Evgeny Solovyev" userId="bcfa930f-b6be-4bbb-aeb8-5203be9dadaa" providerId="ADAL" clId="{F65FA86A-F376-4435-B6D1-E310A9320D4B}" dt="2023-02-15T06:10:37.745" v="2134" actId="1076"/>
        <pc:sldMkLst>
          <pc:docMk/>
          <pc:sldMk cId="4120199659" sldId="1301"/>
        </pc:sldMkLst>
        <pc:picChg chg="mod">
          <ac:chgData name="Evgeny Solovyev" userId="bcfa930f-b6be-4bbb-aeb8-5203be9dadaa" providerId="ADAL" clId="{F65FA86A-F376-4435-B6D1-E310A9320D4B}" dt="2023-02-15T06:10:37.745" v="2134" actId="1076"/>
          <ac:picMkLst>
            <pc:docMk/>
            <pc:sldMk cId="4120199659" sldId="1301"/>
            <ac:picMk id="10" creationId="{AA21105A-E79A-0595-BE5B-53557FDD87D4}"/>
          </ac:picMkLst>
        </pc:picChg>
      </pc:sldChg>
      <pc:sldChg chg="addSp delSp modSp mod modAnim">
        <pc:chgData name="Evgeny Solovyev" userId="bcfa930f-b6be-4bbb-aeb8-5203be9dadaa" providerId="ADAL" clId="{F65FA86A-F376-4435-B6D1-E310A9320D4B}" dt="2023-02-03T12:55:11.439" v="288"/>
        <pc:sldMkLst>
          <pc:docMk/>
          <pc:sldMk cId="4262771449" sldId="1304"/>
        </pc:sldMkLst>
        <pc:spChg chg="mod">
          <ac:chgData name="Evgeny Solovyev" userId="bcfa930f-b6be-4bbb-aeb8-5203be9dadaa" providerId="ADAL" clId="{F65FA86A-F376-4435-B6D1-E310A9320D4B}" dt="2023-02-03T12:54:34.335" v="282" actId="1076"/>
          <ac:spMkLst>
            <pc:docMk/>
            <pc:sldMk cId="4262771449" sldId="1304"/>
            <ac:spMk id="3" creationId="{5A5F1DC7-15EF-C885-0258-029D33FBCC9E}"/>
          </ac:spMkLst>
        </pc:spChg>
        <pc:spChg chg="mod">
          <ac:chgData name="Evgeny Solovyev" userId="bcfa930f-b6be-4bbb-aeb8-5203be9dadaa" providerId="ADAL" clId="{F65FA86A-F376-4435-B6D1-E310A9320D4B}" dt="2023-02-03T12:49:14.072" v="280" actId="1076"/>
          <ac:spMkLst>
            <pc:docMk/>
            <pc:sldMk cId="4262771449" sldId="1304"/>
            <ac:spMk id="16" creationId="{029FD22E-F678-085A-5926-A8470337FA8E}"/>
          </ac:spMkLst>
        </pc:spChg>
        <pc:spChg chg="mod">
          <ac:chgData name="Evgeny Solovyev" userId="bcfa930f-b6be-4bbb-aeb8-5203be9dadaa" providerId="ADAL" clId="{F65FA86A-F376-4435-B6D1-E310A9320D4B}" dt="2023-02-03T12:49:14.072" v="280" actId="1076"/>
          <ac:spMkLst>
            <pc:docMk/>
            <pc:sldMk cId="4262771449" sldId="1304"/>
            <ac:spMk id="17" creationId="{2F836DAE-7C6B-2B5F-C1C5-00745C0A2DC2}"/>
          </ac:spMkLst>
        </pc:spChg>
        <pc:grpChg chg="del mod">
          <ac:chgData name="Evgeny Solovyev" userId="bcfa930f-b6be-4bbb-aeb8-5203be9dadaa" providerId="ADAL" clId="{F65FA86A-F376-4435-B6D1-E310A9320D4B}" dt="2023-02-03T12:54:38.344" v="284" actId="478"/>
          <ac:grpSpMkLst>
            <pc:docMk/>
            <pc:sldMk cId="4262771449" sldId="1304"/>
            <ac:grpSpMk id="14" creationId="{8D3C2185-77CA-D30E-E647-04984D662510}"/>
          </ac:grpSpMkLst>
        </pc:grpChg>
        <pc:picChg chg="add mod">
          <ac:chgData name="Evgeny Solovyev" userId="bcfa930f-b6be-4bbb-aeb8-5203be9dadaa" providerId="ADAL" clId="{F65FA86A-F376-4435-B6D1-E310A9320D4B}" dt="2023-02-03T12:54:41.438" v="285" actId="1076"/>
          <ac:picMkLst>
            <pc:docMk/>
            <pc:sldMk cId="4262771449" sldId="1304"/>
            <ac:picMk id="9" creationId="{4FED8594-7349-7AC4-DB2D-5DBA4B4AABA7}"/>
          </ac:picMkLst>
        </pc:picChg>
        <pc:picChg chg="mod">
          <ac:chgData name="Evgeny Solovyev" userId="bcfa930f-b6be-4bbb-aeb8-5203be9dadaa" providerId="ADAL" clId="{F65FA86A-F376-4435-B6D1-E310A9320D4B}" dt="2023-02-03T12:49:14.072" v="280" actId="1076"/>
          <ac:picMkLst>
            <pc:docMk/>
            <pc:sldMk cId="4262771449" sldId="1304"/>
            <ac:picMk id="15" creationId="{C51444A6-9DFA-A90F-210C-7E1F19B595D1}"/>
          </ac:picMkLst>
        </pc:picChg>
      </pc:sldChg>
      <pc:sldChg chg="modSp">
        <pc:chgData name="Evgeny Solovyev" userId="bcfa930f-b6be-4bbb-aeb8-5203be9dadaa" providerId="ADAL" clId="{F65FA86A-F376-4435-B6D1-E310A9320D4B}" dt="2023-02-13T10:49:27.085" v="384" actId="2"/>
        <pc:sldMkLst>
          <pc:docMk/>
          <pc:sldMk cId="4130000649" sldId="1313"/>
        </pc:sldMkLst>
        <pc:spChg chg="mod">
          <ac:chgData name="Evgeny Solovyev" userId="bcfa930f-b6be-4bbb-aeb8-5203be9dadaa" providerId="ADAL" clId="{F65FA86A-F376-4435-B6D1-E310A9320D4B}" dt="2023-02-13T10:49:27.085" v="384" actId="2"/>
          <ac:spMkLst>
            <pc:docMk/>
            <pc:sldMk cId="4130000649" sldId="1313"/>
            <ac:spMk id="3" creationId="{3EF185D0-AD24-C4E8-7592-B487F8A5B03E}"/>
          </ac:spMkLst>
        </pc:spChg>
        <pc:spChg chg="mod">
          <ac:chgData name="Evgeny Solovyev" userId="bcfa930f-b6be-4bbb-aeb8-5203be9dadaa" providerId="ADAL" clId="{F65FA86A-F376-4435-B6D1-E310A9320D4B}" dt="2023-02-03T12:59:51.374" v="334" actId="313"/>
          <ac:spMkLst>
            <pc:docMk/>
            <pc:sldMk cId="4130000649" sldId="1313"/>
            <ac:spMk id="7" creationId="{F7B7C384-51D8-0494-D351-3D0DFD9C26CB}"/>
          </ac:spMkLst>
        </pc:spChg>
      </pc:sldChg>
      <pc:sldChg chg="modSp">
        <pc:chgData name="Evgeny Solovyev" userId="bcfa930f-b6be-4bbb-aeb8-5203be9dadaa" providerId="ADAL" clId="{F65FA86A-F376-4435-B6D1-E310A9320D4B}" dt="2023-02-13T10:49:32.890" v="385" actId="2"/>
        <pc:sldMkLst>
          <pc:docMk/>
          <pc:sldMk cId="2224841584" sldId="1316"/>
        </pc:sldMkLst>
        <pc:spChg chg="mod">
          <ac:chgData name="Evgeny Solovyev" userId="bcfa930f-b6be-4bbb-aeb8-5203be9dadaa" providerId="ADAL" clId="{F65FA86A-F376-4435-B6D1-E310A9320D4B}" dt="2023-02-13T10:49:32.890" v="385" actId="2"/>
          <ac:spMkLst>
            <pc:docMk/>
            <pc:sldMk cId="2224841584" sldId="1316"/>
            <ac:spMk id="9" creationId="{F0F8C403-1ECC-097A-743D-AA5D10169E4B}"/>
          </ac:spMkLst>
        </pc:spChg>
      </pc:sldChg>
      <pc:sldChg chg="modAnim">
        <pc:chgData name="Evgeny Solovyev" userId="bcfa930f-b6be-4bbb-aeb8-5203be9dadaa" providerId="ADAL" clId="{F65FA86A-F376-4435-B6D1-E310A9320D4B}" dt="2023-02-03T13:28:04.540" v="339"/>
        <pc:sldMkLst>
          <pc:docMk/>
          <pc:sldMk cId="3465426288" sldId="1317"/>
        </pc:sldMkLst>
      </pc:sldChg>
      <pc:sldChg chg="modAnim">
        <pc:chgData name="Evgeny Solovyev" userId="bcfa930f-b6be-4bbb-aeb8-5203be9dadaa" providerId="ADAL" clId="{F65FA86A-F376-4435-B6D1-E310A9320D4B}" dt="2023-02-03T13:27:44.889" v="337"/>
        <pc:sldMkLst>
          <pc:docMk/>
          <pc:sldMk cId="3624377177" sldId="1318"/>
        </pc:sldMkLst>
      </pc:sldChg>
      <pc:sldChg chg="addSp delSp modSp mod delAnim modAnim">
        <pc:chgData name="Evgeny Solovyev" userId="bcfa930f-b6be-4bbb-aeb8-5203be9dadaa" providerId="ADAL" clId="{F65FA86A-F376-4435-B6D1-E310A9320D4B}" dt="2023-02-15T10:14:39.221" v="2400" actId="1076"/>
        <pc:sldMkLst>
          <pc:docMk/>
          <pc:sldMk cId="494428182" sldId="1322"/>
        </pc:sldMkLst>
        <pc:spChg chg="mod">
          <ac:chgData name="Evgeny Solovyev" userId="bcfa930f-b6be-4bbb-aeb8-5203be9dadaa" providerId="ADAL" clId="{F65FA86A-F376-4435-B6D1-E310A9320D4B}" dt="2023-02-15T10:13:29.795" v="2389" actId="20577"/>
          <ac:spMkLst>
            <pc:docMk/>
            <pc:sldMk cId="494428182" sldId="1322"/>
            <ac:spMk id="2" creationId="{BB230009-1BD7-0D96-F413-D339E4C53725}"/>
          </ac:spMkLst>
        </pc:spChg>
        <pc:spChg chg="mod">
          <ac:chgData name="Evgeny Solovyev" userId="bcfa930f-b6be-4bbb-aeb8-5203be9dadaa" providerId="ADAL" clId="{F65FA86A-F376-4435-B6D1-E310A9320D4B}" dt="2023-02-14T08:33:39.580" v="1993" actId="113"/>
          <ac:spMkLst>
            <pc:docMk/>
            <pc:sldMk cId="494428182" sldId="1322"/>
            <ac:spMk id="3" creationId="{DDB35808-A907-060D-E01A-5AE6E88C5F83}"/>
          </ac:spMkLst>
        </pc:spChg>
        <pc:spChg chg="mod">
          <ac:chgData name="Evgeny Solovyev" userId="bcfa930f-b6be-4bbb-aeb8-5203be9dadaa" providerId="ADAL" clId="{F65FA86A-F376-4435-B6D1-E310A9320D4B}" dt="2023-02-15T10:13:53.696" v="2392" actId="1076"/>
          <ac:spMkLst>
            <pc:docMk/>
            <pc:sldMk cId="494428182" sldId="1322"/>
            <ac:spMk id="5" creationId="{CB8019DB-AC53-DA19-5AB5-98EA9FD1EDB1}"/>
          </ac:spMkLst>
        </pc:spChg>
        <pc:spChg chg="add mod">
          <ac:chgData name="Evgeny Solovyev" userId="bcfa930f-b6be-4bbb-aeb8-5203be9dadaa" providerId="ADAL" clId="{F65FA86A-F376-4435-B6D1-E310A9320D4B}" dt="2023-02-14T08:39:14.761" v="2061" actId="14100"/>
          <ac:spMkLst>
            <pc:docMk/>
            <pc:sldMk cId="494428182" sldId="1322"/>
            <ac:spMk id="6" creationId="{90ADFE9D-FAD6-3997-15C0-5B5E329A74F0}"/>
          </ac:spMkLst>
        </pc:spChg>
        <pc:spChg chg="add mod">
          <ac:chgData name="Evgeny Solovyev" userId="bcfa930f-b6be-4bbb-aeb8-5203be9dadaa" providerId="ADAL" clId="{F65FA86A-F376-4435-B6D1-E310A9320D4B}" dt="2023-02-14T08:38:29.326" v="2058" actId="14100"/>
          <ac:spMkLst>
            <pc:docMk/>
            <pc:sldMk cId="494428182" sldId="1322"/>
            <ac:spMk id="15" creationId="{8EA96491-B226-9C5F-D87B-33E11540EAFB}"/>
          </ac:spMkLst>
        </pc:spChg>
        <pc:spChg chg="add mod">
          <ac:chgData name="Evgeny Solovyev" userId="bcfa930f-b6be-4bbb-aeb8-5203be9dadaa" providerId="ADAL" clId="{F65FA86A-F376-4435-B6D1-E310A9320D4B}" dt="2023-02-15T10:14:39.221" v="2400" actId="1076"/>
          <ac:spMkLst>
            <pc:docMk/>
            <pc:sldMk cId="494428182" sldId="1322"/>
            <ac:spMk id="17" creationId="{EF85F880-A104-AE7A-8E05-DC2079AA1606}"/>
          </ac:spMkLst>
        </pc:spChg>
        <pc:spChg chg="add mod">
          <ac:chgData name="Evgeny Solovyev" userId="bcfa930f-b6be-4bbb-aeb8-5203be9dadaa" providerId="ADAL" clId="{F65FA86A-F376-4435-B6D1-E310A9320D4B}" dt="2023-02-15T10:14:25.828" v="2398" actId="1076"/>
          <ac:spMkLst>
            <pc:docMk/>
            <pc:sldMk cId="494428182" sldId="1322"/>
            <ac:spMk id="18" creationId="{B8969E0C-D906-212D-56BD-56E0E1D130D8}"/>
          </ac:spMkLst>
        </pc:spChg>
        <pc:picChg chg="add del mod">
          <ac:chgData name="Evgeny Solovyev" userId="bcfa930f-b6be-4bbb-aeb8-5203be9dadaa" providerId="ADAL" clId="{F65FA86A-F376-4435-B6D1-E310A9320D4B}" dt="2023-02-01T10:11:33.684" v="237" actId="478"/>
          <ac:picMkLst>
            <pc:docMk/>
            <pc:sldMk cId="494428182" sldId="1322"/>
            <ac:picMk id="6" creationId="{B9FA0811-F41E-4FF9-F6EE-71B6D1295732}"/>
          </ac:picMkLst>
        </pc:picChg>
        <pc:picChg chg="add del mod">
          <ac:chgData name="Evgeny Solovyev" userId="bcfa930f-b6be-4bbb-aeb8-5203be9dadaa" providerId="ADAL" clId="{F65FA86A-F376-4435-B6D1-E310A9320D4B}" dt="2023-02-01T10:11:34.278" v="238" actId="478"/>
          <ac:picMkLst>
            <pc:docMk/>
            <pc:sldMk cId="494428182" sldId="1322"/>
            <ac:picMk id="15" creationId="{51EA3C75-D890-ACFB-7805-0DE3B3A41858}"/>
          </ac:picMkLst>
        </pc:picChg>
        <pc:picChg chg="mod">
          <ac:chgData name="Evgeny Solovyev" userId="bcfa930f-b6be-4bbb-aeb8-5203be9dadaa" providerId="ADAL" clId="{F65FA86A-F376-4435-B6D1-E310A9320D4B}" dt="2023-02-14T08:37:24.569" v="2052" actId="1076"/>
          <ac:picMkLst>
            <pc:docMk/>
            <pc:sldMk cId="494428182" sldId="1322"/>
            <ac:picMk id="1026" creationId="{2C170D59-3A54-44AD-990B-D720BD576769}"/>
          </ac:picMkLst>
        </pc:picChg>
      </pc:sldChg>
      <pc:sldChg chg="modSp mod">
        <pc:chgData name="Evgeny Solovyev" userId="bcfa930f-b6be-4bbb-aeb8-5203be9dadaa" providerId="ADAL" clId="{F65FA86A-F376-4435-B6D1-E310A9320D4B}" dt="2023-02-15T06:28:59.704" v="2195" actId="1076"/>
        <pc:sldMkLst>
          <pc:docMk/>
          <pc:sldMk cId="2018092939" sldId="1323"/>
        </pc:sldMkLst>
        <pc:spChg chg="mod">
          <ac:chgData name="Evgeny Solovyev" userId="bcfa930f-b6be-4bbb-aeb8-5203be9dadaa" providerId="ADAL" clId="{F65FA86A-F376-4435-B6D1-E310A9320D4B}" dt="2023-02-03T14:12:35.937" v="353" actId="20577"/>
          <ac:spMkLst>
            <pc:docMk/>
            <pc:sldMk cId="2018092939" sldId="1323"/>
            <ac:spMk id="3" creationId="{6D8FBC4C-B142-E195-1F83-44F3D8C56DD9}"/>
          </ac:spMkLst>
        </pc:spChg>
        <pc:spChg chg="mod">
          <ac:chgData name="Evgeny Solovyev" userId="bcfa930f-b6be-4bbb-aeb8-5203be9dadaa" providerId="ADAL" clId="{F65FA86A-F376-4435-B6D1-E310A9320D4B}" dt="2023-02-13T10:49:39.760" v="388" actId="2"/>
          <ac:spMkLst>
            <pc:docMk/>
            <pc:sldMk cId="2018092939" sldId="1323"/>
            <ac:spMk id="4" creationId="{D83F8B7B-A1D3-2E8C-42BE-4544C62FD7FD}"/>
          </ac:spMkLst>
        </pc:spChg>
        <pc:spChg chg="mod">
          <ac:chgData name="Evgeny Solovyev" userId="bcfa930f-b6be-4bbb-aeb8-5203be9dadaa" providerId="ADAL" clId="{F65FA86A-F376-4435-B6D1-E310A9320D4B}" dt="2023-02-15T06:27:57.596" v="2173" actId="20577"/>
          <ac:spMkLst>
            <pc:docMk/>
            <pc:sldMk cId="2018092939" sldId="1323"/>
            <ac:spMk id="12" creationId="{67A2EE91-590D-5D51-06C3-B33B421526AE}"/>
          </ac:spMkLst>
        </pc:spChg>
        <pc:spChg chg="mod">
          <ac:chgData name="Evgeny Solovyev" userId="bcfa930f-b6be-4bbb-aeb8-5203be9dadaa" providerId="ADAL" clId="{F65FA86A-F376-4435-B6D1-E310A9320D4B}" dt="2023-02-15T06:28:59.704" v="2195" actId="1076"/>
          <ac:spMkLst>
            <pc:docMk/>
            <pc:sldMk cId="2018092939" sldId="1323"/>
            <ac:spMk id="13" creationId="{54B9DA4D-7EB7-17FA-0C6A-7ABA1E77CAE4}"/>
          </ac:spMkLst>
        </pc:spChg>
        <pc:spChg chg="mod">
          <ac:chgData name="Evgeny Solovyev" userId="bcfa930f-b6be-4bbb-aeb8-5203be9dadaa" providerId="ADAL" clId="{F65FA86A-F376-4435-B6D1-E310A9320D4B}" dt="2023-02-15T06:28:54.187" v="2194" actId="1076"/>
          <ac:spMkLst>
            <pc:docMk/>
            <pc:sldMk cId="2018092939" sldId="1323"/>
            <ac:spMk id="14" creationId="{FDE5A4CD-DC05-E202-6022-8DEB62F3931D}"/>
          </ac:spMkLst>
        </pc:spChg>
        <pc:spChg chg="mod">
          <ac:chgData name="Evgeny Solovyev" userId="bcfa930f-b6be-4bbb-aeb8-5203be9dadaa" providerId="ADAL" clId="{F65FA86A-F376-4435-B6D1-E310A9320D4B}" dt="2023-02-15T06:28:46.870" v="2193" actId="1076"/>
          <ac:spMkLst>
            <pc:docMk/>
            <pc:sldMk cId="2018092939" sldId="1323"/>
            <ac:spMk id="15" creationId="{9DA8D99D-DF0A-F032-4BD7-8723940BDB32}"/>
          </ac:spMkLst>
        </pc:spChg>
        <pc:spChg chg="mod">
          <ac:chgData name="Evgeny Solovyev" userId="bcfa930f-b6be-4bbb-aeb8-5203be9dadaa" providerId="ADAL" clId="{F65FA86A-F376-4435-B6D1-E310A9320D4B}" dt="2023-02-13T10:49:58.904" v="389" actId="313"/>
          <ac:spMkLst>
            <pc:docMk/>
            <pc:sldMk cId="2018092939" sldId="1323"/>
            <ac:spMk id="20" creationId="{FCCE4663-CF50-C636-5524-F186DBD5A4FF}"/>
          </ac:spMkLst>
        </pc:spChg>
      </pc:sldChg>
      <pc:sldChg chg="modSp mod">
        <pc:chgData name="Evgeny Solovyev" userId="bcfa930f-b6be-4bbb-aeb8-5203be9dadaa" providerId="ADAL" clId="{F65FA86A-F376-4435-B6D1-E310A9320D4B}" dt="2023-02-15T06:30:26.222" v="2196" actId="1076"/>
        <pc:sldMkLst>
          <pc:docMk/>
          <pc:sldMk cId="3882626997" sldId="1324"/>
        </pc:sldMkLst>
        <pc:spChg chg="mod">
          <ac:chgData name="Evgeny Solovyev" userId="bcfa930f-b6be-4bbb-aeb8-5203be9dadaa" providerId="ADAL" clId="{F65FA86A-F376-4435-B6D1-E310A9320D4B}" dt="2023-02-15T06:19:41.361" v="2142" actId="20577"/>
          <ac:spMkLst>
            <pc:docMk/>
            <pc:sldMk cId="3882626997" sldId="1324"/>
            <ac:spMk id="2" creationId="{BB43022F-2830-1220-0F49-AC137FC2C2FD}"/>
          </ac:spMkLst>
        </pc:spChg>
        <pc:spChg chg="mod">
          <ac:chgData name="Evgeny Solovyev" userId="bcfa930f-b6be-4bbb-aeb8-5203be9dadaa" providerId="ADAL" clId="{F65FA86A-F376-4435-B6D1-E310A9320D4B}" dt="2023-02-15T06:24:38.228" v="2157" actId="1076"/>
          <ac:spMkLst>
            <pc:docMk/>
            <pc:sldMk cId="3882626997" sldId="1324"/>
            <ac:spMk id="5" creationId="{AB3DDD6C-404C-CB19-9B97-B7B711C84DDB}"/>
          </ac:spMkLst>
        </pc:spChg>
        <pc:spChg chg="mod">
          <ac:chgData name="Evgeny Solovyev" userId="bcfa930f-b6be-4bbb-aeb8-5203be9dadaa" providerId="ADAL" clId="{F65FA86A-F376-4435-B6D1-E310A9320D4B}" dt="2023-02-15T06:24:35.411" v="2156" actId="1076"/>
          <ac:spMkLst>
            <pc:docMk/>
            <pc:sldMk cId="3882626997" sldId="1324"/>
            <ac:spMk id="7" creationId="{69C71D30-A40C-2D72-AD90-B55A28C2CB6E}"/>
          </ac:spMkLst>
        </pc:spChg>
        <pc:spChg chg="mod">
          <ac:chgData name="Evgeny Solovyev" userId="bcfa930f-b6be-4bbb-aeb8-5203be9dadaa" providerId="ADAL" clId="{F65FA86A-F376-4435-B6D1-E310A9320D4B}" dt="2023-02-15T06:24:32.763" v="2155" actId="1076"/>
          <ac:spMkLst>
            <pc:docMk/>
            <pc:sldMk cId="3882626997" sldId="1324"/>
            <ac:spMk id="9" creationId="{B4ECEFED-F185-A579-7B36-4109E2545B88}"/>
          </ac:spMkLst>
        </pc:spChg>
        <pc:spChg chg="mod">
          <ac:chgData name="Evgeny Solovyev" userId="bcfa930f-b6be-4bbb-aeb8-5203be9dadaa" providerId="ADAL" clId="{F65FA86A-F376-4435-B6D1-E310A9320D4B}" dt="2023-02-15T06:23:31.906" v="2152" actId="1076"/>
          <ac:spMkLst>
            <pc:docMk/>
            <pc:sldMk cId="3882626997" sldId="1324"/>
            <ac:spMk id="10" creationId="{D958DD18-8674-BF15-18FD-92C1946EDC40}"/>
          </ac:spMkLst>
        </pc:spChg>
        <pc:spChg chg="mod">
          <ac:chgData name="Evgeny Solovyev" userId="bcfa930f-b6be-4bbb-aeb8-5203be9dadaa" providerId="ADAL" clId="{F65FA86A-F376-4435-B6D1-E310A9320D4B}" dt="2023-02-15T06:23:43.809" v="2154" actId="1076"/>
          <ac:spMkLst>
            <pc:docMk/>
            <pc:sldMk cId="3882626997" sldId="1324"/>
            <ac:spMk id="11" creationId="{A190EA79-70F3-A16A-B602-7DDF3E1AE36F}"/>
          </ac:spMkLst>
        </pc:spChg>
        <pc:spChg chg="mod">
          <ac:chgData name="Evgeny Solovyev" userId="bcfa930f-b6be-4bbb-aeb8-5203be9dadaa" providerId="ADAL" clId="{F65FA86A-F376-4435-B6D1-E310A9320D4B}" dt="2023-02-15T06:30:26.222" v="2196" actId="1076"/>
          <ac:spMkLst>
            <pc:docMk/>
            <pc:sldMk cId="3882626997" sldId="1324"/>
            <ac:spMk id="14" creationId="{B9B4AAF6-627A-BBFE-61AD-5B3D84848127}"/>
          </ac:spMkLst>
        </pc:spChg>
      </pc:sldChg>
      <pc:sldChg chg="modSp mod">
        <pc:chgData name="Evgeny Solovyev" userId="bcfa930f-b6be-4bbb-aeb8-5203be9dadaa" providerId="ADAL" clId="{F65FA86A-F376-4435-B6D1-E310A9320D4B}" dt="2023-02-13T11:30:48.919" v="405" actId="404"/>
        <pc:sldMkLst>
          <pc:docMk/>
          <pc:sldMk cId="2447483475" sldId="1325"/>
        </pc:sldMkLst>
        <pc:graphicFrameChg chg="mod modGraphic">
          <ac:chgData name="Evgeny Solovyev" userId="bcfa930f-b6be-4bbb-aeb8-5203be9dadaa" providerId="ADAL" clId="{F65FA86A-F376-4435-B6D1-E310A9320D4B}" dt="2023-02-13T11:30:48.919" v="405" actId="404"/>
          <ac:graphicFrameMkLst>
            <pc:docMk/>
            <pc:sldMk cId="2447483475" sldId="1325"/>
            <ac:graphicFrameMk id="2" creationId="{E5C5CE25-E95D-43B5-A5DC-C1D561C955CF}"/>
          </ac:graphicFrameMkLst>
        </pc:graphicFrameChg>
      </pc:sldChg>
      <pc:sldChg chg="modSp mod">
        <pc:chgData name="Evgeny Solovyev" userId="bcfa930f-b6be-4bbb-aeb8-5203be9dadaa" providerId="ADAL" clId="{F65FA86A-F376-4435-B6D1-E310A9320D4B}" dt="2023-02-13T10:50:08.081" v="391" actId="2"/>
        <pc:sldMkLst>
          <pc:docMk/>
          <pc:sldMk cId="338407813" sldId="1327"/>
        </pc:sldMkLst>
        <pc:spChg chg="mod">
          <ac:chgData name="Evgeny Solovyev" userId="bcfa930f-b6be-4bbb-aeb8-5203be9dadaa" providerId="ADAL" clId="{F65FA86A-F376-4435-B6D1-E310A9320D4B}" dt="2023-02-13T10:50:08.081" v="391" actId="2"/>
          <ac:spMkLst>
            <pc:docMk/>
            <pc:sldMk cId="338407813" sldId="1327"/>
            <ac:spMk id="3" creationId="{F277E96B-FA3C-FEFE-F96D-C610299CCA29}"/>
          </ac:spMkLst>
        </pc:spChg>
      </pc:sldChg>
      <pc:sldChg chg="modSp mod">
        <pc:chgData name="Evgeny Solovyev" userId="bcfa930f-b6be-4bbb-aeb8-5203be9dadaa" providerId="ADAL" clId="{F65FA86A-F376-4435-B6D1-E310A9320D4B}" dt="2023-02-13T10:50:10.585" v="392" actId="2"/>
        <pc:sldMkLst>
          <pc:docMk/>
          <pc:sldMk cId="3747458096" sldId="1331"/>
        </pc:sldMkLst>
        <pc:spChg chg="mod">
          <ac:chgData name="Evgeny Solovyev" userId="bcfa930f-b6be-4bbb-aeb8-5203be9dadaa" providerId="ADAL" clId="{F65FA86A-F376-4435-B6D1-E310A9320D4B}" dt="2023-02-13T10:50:10.585" v="392" actId="2"/>
          <ac:spMkLst>
            <pc:docMk/>
            <pc:sldMk cId="3747458096" sldId="1331"/>
            <ac:spMk id="4" creationId="{4539F8ED-6053-5AE3-2F63-7E39B63D4C47}"/>
          </ac:spMkLst>
        </pc:spChg>
      </pc:sldChg>
      <pc:sldChg chg="modSp">
        <pc:chgData name="Evgeny Solovyev" userId="bcfa930f-b6be-4bbb-aeb8-5203be9dadaa" providerId="ADAL" clId="{F65FA86A-F376-4435-B6D1-E310A9320D4B}" dt="2023-02-13T10:49:07.054" v="372" actId="20577"/>
        <pc:sldMkLst>
          <pc:docMk/>
          <pc:sldMk cId="2809098829" sldId="1335"/>
        </pc:sldMkLst>
        <pc:spChg chg="mod">
          <ac:chgData name="Evgeny Solovyev" userId="bcfa930f-b6be-4bbb-aeb8-5203be9dadaa" providerId="ADAL" clId="{F65FA86A-F376-4435-B6D1-E310A9320D4B}" dt="2023-02-13T10:49:07.054" v="372" actId="20577"/>
          <ac:spMkLst>
            <pc:docMk/>
            <pc:sldMk cId="2809098829" sldId="1335"/>
            <ac:spMk id="6" creationId="{95BC7C3F-6E76-A9C7-FC63-ABB04C6D5C80}"/>
          </ac:spMkLst>
        </pc:spChg>
      </pc:sldChg>
      <pc:sldChg chg="addSp modSp mod">
        <pc:chgData name="Evgeny Solovyev" userId="bcfa930f-b6be-4bbb-aeb8-5203be9dadaa" providerId="ADAL" clId="{F65FA86A-F376-4435-B6D1-E310A9320D4B}" dt="2023-02-15T06:10:00.039" v="2133" actId="20577"/>
        <pc:sldMkLst>
          <pc:docMk/>
          <pc:sldMk cId="1766438782" sldId="1337"/>
        </pc:sldMkLst>
        <pc:spChg chg="add mod">
          <ac:chgData name="Evgeny Solovyev" userId="bcfa930f-b6be-4bbb-aeb8-5203be9dadaa" providerId="ADAL" clId="{F65FA86A-F376-4435-B6D1-E310A9320D4B}" dt="2023-02-15T06:10:00.039" v="2133" actId="20577"/>
          <ac:spMkLst>
            <pc:docMk/>
            <pc:sldMk cId="1766438782" sldId="1337"/>
            <ac:spMk id="2" creationId="{EF9C7925-90F6-0B8F-3699-49CD1D02697C}"/>
          </ac:spMkLst>
        </pc:spChg>
        <pc:spChg chg="mod">
          <ac:chgData name="Evgeny Solovyev" userId="bcfa930f-b6be-4bbb-aeb8-5203be9dadaa" providerId="ADAL" clId="{F65FA86A-F376-4435-B6D1-E310A9320D4B}" dt="2023-02-15T06:06:57.294" v="2120" actId="113"/>
          <ac:spMkLst>
            <pc:docMk/>
            <pc:sldMk cId="1766438782" sldId="1337"/>
            <ac:spMk id="13" creationId="{9611CFE1-E8B6-1887-5C7E-C0A725CCFF19}"/>
          </ac:spMkLst>
        </pc:spChg>
        <pc:spChg chg="mod">
          <ac:chgData name="Evgeny Solovyev" userId="bcfa930f-b6be-4bbb-aeb8-5203be9dadaa" providerId="ADAL" clId="{F65FA86A-F376-4435-B6D1-E310A9320D4B}" dt="2023-02-15T06:07:01.830" v="2121" actId="113"/>
          <ac:spMkLst>
            <pc:docMk/>
            <pc:sldMk cId="1766438782" sldId="1337"/>
            <ac:spMk id="14" creationId="{66469B3F-DB70-CE11-90A3-0EE256F6662E}"/>
          </ac:spMkLst>
        </pc:spChg>
        <pc:spChg chg="mod">
          <ac:chgData name="Evgeny Solovyev" userId="bcfa930f-b6be-4bbb-aeb8-5203be9dadaa" providerId="ADAL" clId="{F65FA86A-F376-4435-B6D1-E310A9320D4B}" dt="2023-02-15T06:06:42.603" v="2119" actId="20577"/>
          <ac:spMkLst>
            <pc:docMk/>
            <pc:sldMk cId="1766438782" sldId="1337"/>
            <ac:spMk id="19" creationId="{F2D8EA2A-F6F9-7B80-08F5-AD4E52C9910C}"/>
          </ac:spMkLst>
        </pc:spChg>
      </pc:sldChg>
      <pc:sldChg chg="modSp mod">
        <pc:chgData name="Evgeny Solovyev" userId="bcfa930f-b6be-4bbb-aeb8-5203be9dadaa" providerId="ADAL" clId="{F65FA86A-F376-4435-B6D1-E310A9320D4B}" dt="2023-02-15T09:32:21.893" v="2238" actId="1076"/>
        <pc:sldMkLst>
          <pc:docMk/>
          <pc:sldMk cId="991926727" sldId="1338"/>
        </pc:sldMkLst>
        <pc:spChg chg="mod">
          <ac:chgData name="Evgeny Solovyev" userId="bcfa930f-b6be-4bbb-aeb8-5203be9dadaa" providerId="ADAL" clId="{F65FA86A-F376-4435-B6D1-E310A9320D4B}" dt="2023-02-15T09:32:21.893" v="2238" actId="1076"/>
          <ac:spMkLst>
            <pc:docMk/>
            <pc:sldMk cId="991926727" sldId="1338"/>
            <ac:spMk id="3" creationId="{A1D3F0E2-8C09-F4CB-4B9E-238D1C3A0533}"/>
          </ac:spMkLst>
        </pc:spChg>
      </pc:sldChg>
      <pc:sldChg chg="modSp mod">
        <pc:chgData name="Evgeny Solovyev" userId="bcfa930f-b6be-4bbb-aeb8-5203be9dadaa" providerId="ADAL" clId="{F65FA86A-F376-4435-B6D1-E310A9320D4B}" dt="2023-02-13T12:35:24.930" v="764" actId="1076"/>
        <pc:sldMkLst>
          <pc:docMk/>
          <pc:sldMk cId="625315968" sldId="1340"/>
        </pc:sldMkLst>
        <pc:picChg chg="mod">
          <ac:chgData name="Evgeny Solovyev" userId="bcfa930f-b6be-4bbb-aeb8-5203be9dadaa" providerId="ADAL" clId="{F65FA86A-F376-4435-B6D1-E310A9320D4B}" dt="2023-02-13T12:35:24.930" v="764" actId="1076"/>
          <ac:picMkLst>
            <pc:docMk/>
            <pc:sldMk cId="625315968" sldId="1340"/>
            <ac:picMk id="3" creationId="{106B30C0-8DEF-BFA7-4046-EF7427CF58D5}"/>
          </ac:picMkLst>
        </pc:picChg>
        <pc:picChg chg="mod">
          <ac:chgData name="Evgeny Solovyev" userId="bcfa930f-b6be-4bbb-aeb8-5203be9dadaa" providerId="ADAL" clId="{F65FA86A-F376-4435-B6D1-E310A9320D4B}" dt="2023-02-13T12:34:55.449" v="759" actId="1076"/>
          <ac:picMkLst>
            <pc:docMk/>
            <pc:sldMk cId="625315968" sldId="1340"/>
            <ac:picMk id="1026" creationId="{9FEF71D9-D9B2-665C-F288-7AE20AB0ACB9}"/>
          </ac:picMkLst>
        </pc:picChg>
      </pc:sldChg>
      <pc:sldChg chg="addSp delSp modSp mod ord modAnim">
        <pc:chgData name="Evgeny Solovyev" userId="bcfa930f-b6be-4bbb-aeb8-5203be9dadaa" providerId="ADAL" clId="{F65FA86A-F376-4435-B6D1-E310A9320D4B}" dt="2023-02-14T06:17:39.669" v="1789" actId="20578"/>
        <pc:sldMkLst>
          <pc:docMk/>
          <pc:sldMk cId="533722226" sldId="1341"/>
        </pc:sldMkLst>
        <pc:spChg chg="add mod">
          <ac:chgData name="Evgeny Solovyev" userId="bcfa930f-b6be-4bbb-aeb8-5203be9dadaa" providerId="ADAL" clId="{F65FA86A-F376-4435-B6D1-E310A9320D4B}" dt="2023-02-13T13:46:34.356" v="1429" actId="404"/>
          <ac:spMkLst>
            <pc:docMk/>
            <pc:sldMk cId="533722226" sldId="1341"/>
            <ac:spMk id="4" creationId="{F08696BF-CE12-016F-0DC8-879D501A5FA2}"/>
          </ac:spMkLst>
        </pc:spChg>
        <pc:spChg chg="add mod">
          <ac:chgData name="Evgeny Solovyev" userId="bcfa930f-b6be-4bbb-aeb8-5203be9dadaa" providerId="ADAL" clId="{F65FA86A-F376-4435-B6D1-E310A9320D4B}" dt="2023-02-13T13:46:30.269" v="1427" actId="404"/>
          <ac:spMkLst>
            <pc:docMk/>
            <pc:sldMk cId="533722226" sldId="1341"/>
            <ac:spMk id="5" creationId="{8D094C24-0392-22BF-ABF7-8BBB6FAB1EE7}"/>
          </ac:spMkLst>
        </pc:spChg>
        <pc:spChg chg="add mod">
          <ac:chgData name="Evgeny Solovyev" userId="bcfa930f-b6be-4bbb-aeb8-5203be9dadaa" providerId="ADAL" clId="{F65FA86A-F376-4435-B6D1-E310A9320D4B}" dt="2023-02-13T13:46:25.609" v="1425" actId="404"/>
          <ac:spMkLst>
            <pc:docMk/>
            <pc:sldMk cId="533722226" sldId="1341"/>
            <ac:spMk id="6" creationId="{218AD3DD-2CE0-769C-FC23-3D98AC4B5590}"/>
          </ac:spMkLst>
        </pc:spChg>
        <pc:spChg chg="add mod">
          <ac:chgData name="Evgeny Solovyev" userId="bcfa930f-b6be-4bbb-aeb8-5203be9dadaa" providerId="ADAL" clId="{F65FA86A-F376-4435-B6D1-E310A9320D4B}" dt="2023-02-13T13:46:19.806" v="1424" actId="404"/>
          <ac:spMkLst>
            <pc:docMk/>
            <pc:sldMk cId="533722226" sldId="1341"/>
            <ac:spMk id="7" creationId="{CC97758E-1E39-D69F-6BCD-9544CB8083C6}"/>
          </ac:spMkLst>
        </pc:spChg>
        <pc:spChg chg="add mod ord">
          <ac:chgData name="Evgeny Solovyev" userId="bcfa930f-b6be-4bbb-aeb8-5203be9dadaa" providerId="ADAL" clId="{F65FA86A-F376-4435-B6D1-E310A9320D4B}" dt="2023-02-13T12:48:17.477" v="839" actId="1076"/>
          <ac:spMkLst>
            <pc:docMk/>
            <pc:sldMk cId="533722226" sldId="1341"/>
            <ac:spMk id="8" creationId="{30538C4C-229F-C98D-14E4-2D79EFE21783}"/>
          </ac:spMkLst>
        </pc:spChg>
        <pc:spChg chg="add mod ord">
          <ac:chgData name="Evgeny Solovyev" userId="bcfa930f-b6be-4bbb-aeb8-5203be9dadaa" providerId="ADAL" clId="{F65FA86A-F376-4435-B6D1-E310A9320D4B}" dt="2023-02-13T12:48:25.467" v="842" actId="167"/>
          <ac:spMkLst>
            <pc:docMk/>
            <pc:sldMk cId="533722226" sldId="1341"/>
            <ac:spMk id="9" creationId="{A9BA0A73-F367-EF33-C85A-513B28AB76CB}"/>
          </ac:spMkLst>
        </pc:spChg>
        <pc:spChg chg="add mod">
          <ac:chgData name="Evgeny Solovyev" userId="bcfa930f-b6be-4bbb-aeb8-5203be9dadaa" providerId="ADAL" clId="{F65FA86A-F376-4435-B6D1-E310A9320D4B}" dt="2023-02-13T12:49:32.919" v="856" actId="14100"/>
          <ac:spMkLst>
            <pc:docMk/>
            <pc:sldMk cId="533722226" sldId="1341"/>
            <ac:spMk id="10" creationId="{EE072B78-D635-DD8E-D722-9F9FDA9691E1}"/>
          </ac:spMkLst>
        </pc:spChg>
        <pc:spChg chg="add mod">
          <ac:chgData name="Evgeny Solovyev" userId="bcfa930f-b6be-4bbb-aeb8-5203be9dadaa" providerId="ADAL" clId="{F65FA86A-F376-4435-B6D1-E310A9320D4B}" dt="2023-02-13T12:49:39.212" v="858" actId="1076"/>
          <ac:spMkLst>
            <pc:docMk/>
            <pc:sldMk cId="533722226" sldId="1341"/>
            <ac:spMk id="11" creationId="{F2E4569B-5129-7FCA-62E5-57C38114B71C}"/>
          </ac:spMkLst>
        </pc:spChg>
        <pc:spChg chg="add mod">
          <ac:chgData name="Evgeny Solovyev" userId="bcfa930f-b6be-4bbb-aeb8-5203be9dadaa" providerId="ADAL" clId="{F65FA86A-F376-4435-B6D1-E310A9320D4B}" dt="2023-02-13T12:49:44.680" v="860" actId="1076"/>
          <ac:spMkLst>
            <pc:docMk/>
            <pc:sldMk cId="533722226" sldId="1341"/>
            <ac:spMk id="12" creationId="{212B8E93-47BE-E1CA-00D0-C204F8087814}"/>
          </ac:spMkLst>
        </pc:spChg>
        <pc:spChg chg="add mod">
          <ac:chgData name="Evgeny Solovyev" userId="bcfa930f-b6be-4bbb-aeb8-5203be9dadaa" providerId="ADAL" clId="{F65FA86A-F376-4435-B6D1-E310A9320D4B}" dt="2023-02-13T12:49:51.849" v="863" actId="14100"/>
          <ac:spMkLst>
            <pc:docMk/>
            <pc:sldMk cId="533722226" sldId="1341"/>
            <ac:spMk id="13" creationId="{FEB3C2E5-A0A7-A364-1562-F1DBA140D4E4}"/>
          </ac:spMkLst>
        </pc:spChg>
        <pc:spChg chg="add mod">
          <ac:chgData name="Evgeny Solovyev" userId="bcfa930f-b6be-4bbb-aeb8-5203be9dadaa" providerId="ADAL" clId="{F65FA86A-F376-4435-B6D1-E310A9320D4B}" dt="2023-02-13T12:51:21.737" v="879" actId="1076"/>
          <ac:spMkLst>
            <pc:docMk/>
            <pc:sldMk cId="533722226" sldId="1341"/>
            <ac:spMk id="14" creationId="{EAE3F230-28E0-9FCF-9A54-11BAB36995CD}"/>
          </ac:spMkLst>
        </pc:spChg>
        <pc:spChg chg="add mod">
          <ac:chgData name="Evgeny Solovyev" userId="bcfa930f-b6be-4bbb-aeb8-5203be9dadaa" providerId="ADAL" clId="{F65FA86A-F376-4435-B6D1-E310A9320D4B}" dt="2023-02-13T13:47:27.180" v="1469" actId="404"/>
          <ac:spMkLst>
            <pc:docMk/>
            <pc:sldMk cId="533722226" sldId="1341"/>
            <ac:spMk id="15" creationId="{711662D5-8C37-E5C8-E894-03320C6E2BDC}"/>
          </ac:spMkLst>
        </pc:spChg>
        <pc:spChg chg="add mod">
          <ac:chgData name="Evgeny Solovyev" userId="bcfa930f-b6be-4bbb-aeb8-5203be9dadaa" providerId="ADAL" clId="{F65FA86A-F376-4435-B6D1-E310A9320D4B}" dt="2023-02-13T13:46:56.340" v="1449" actId="404"/>
          <ac:spMkLst>
            <pc:docMk/>
            <pc:sldMk cId="533722226" sldId="1341"/>
            <ac:spMk id="16" creationId="{13A0E28A-7ED3-48A0-0CE6-BEE206391249}"/>
          </ac:spMkLst>
        </pc:spChg>
        <pc:spChg chg="add mod">
          <ac:chgData name="Evgeny Solovyev" userId="bcfa930f-b6be-4bbb-aeb8-5203be9dadaa" providerId="ADAL" clId="{F65FA86A-F376-4435-B6D1-E310A9320D4B}" dt="2023-02-13T13:50:33.013" v="1563" actId="1076"/>
          <ac:spMkLst>
            <pc:docMk/>
            <pc:sldMk cId="533722226" sldId="1341"/>
            <ac:spMk id="17" creationId="{2F94E379-0D7B-888F-BB2B-04AF036D6534}"/>
          </ac:spMkLst>
        </pc:spChg>
        <pc:spChg chg="add mod">
          <ac:chgData name="Evgeny Solovyev" userId="bcfa930f-b6be-4bbb-aeb8-5203be9dadaa" providerId="ADAL" clId="{F65FA86A-F376-4435-B6D1-E310A9320D4B}" dt="2023-02-13T13:50:33.013" v="1563" actId="1076"/>
          <ac:spMkLst>
            <pc:docMk/>
            <pc:sldMk cId="533722226" sldId="1341"/>
            <ac:spMk id="18" creationId="{5BD7E9C5-AB94-ED6F-4A2F-D21D90E605D4}"/>
          </ac:spMkLst>
        </pc:spChg>
        <pc:spChg chg="add mod">
          <ac:chgData name="Evgeny Solovyev" userId="bcfa930f-b6be-4bbb-aeb8-5203be9dadaa" providerId="ADAL" clId="{F65FA86A-F376-4435-B6D1-E310A9320D4B}" dt="2023-02-13T13:50:33.013" v="1563" actId="1076"/>
          <ac:spMkLst>
            <pc:docMk/>
            <pc:sldMk cId="533722226" sldId="1341"/>
            <ac:spMk id="19" creationId="{BCFA130C-BCA5-6883-9A0D-31B245C7B5C0}"/>
          </ac:spMkLst>
        </pc:spChg>
        <pc:spChg chg="add mod">
          <ac:chgData name="Evgeny Solovyev" userId="bcfa930f-b6be-4bbb-aeb8-5203be9dadaa" providerId="ADAL" clId="{F65FA86A-F376-4435-B6D1-E310A9320D4B}" dt="2023-02-13T13:55:17.168" v="1774" actId="20577"/>
          <ac:spMkLst>
            <pc:docMk/>
            <pc:sldMk cId="533722226" sldId="1341"/>
            <ac:spMk id="20" creationId="{407E2BC2-6F31-8FF3-F5B5-573252DC202B}"/>
          </ac:spMkLst>
        </pc:spChg>
        <pc:spChg chg="add mod">
          <ac:chgData name="Evgeny Solovyev" userId="bcfa930f-b6be-4bbb-aeb8-5203be9dadaa" providerId="ADAL" clId="{F65FA86A-F376-4435-B6D1-E310A9320D4B}" dt="2023-02-13T13:55:43.278" v="1779" actId="20577"/>
          <ac:spMkLst>
            <pc:docMk/>
            <pc:sldMk cId="533722226" sldId="1341"/>
            <ac:spMk id="21" creationId="{113065DB-B866-617B-264F-49491FE9F609}"/>
          </ac:spMkLst>
        </pc:spChg>
        <pc:spChg chg="add mod">
          <ac:chgData name="Evgeny Solovyev" userId="bcfa930f-b6be-4bbb-aeb8-5203be9dadaa" providerId="ADAL" clId="{F65FA86A-F376-4435-B6D1-E310A9320D4B}" dt="2023-02-13T13:50:33.013" v="1563" actId="1076"/>
          <ac:spMkLst>
            <pc:docMk/>
            <pc:sldMk cId="533722226" sldId="1341"/>
            <ac:spMk id="22" creationId="{2CC7E7FF-4FAD-998C-93D2-74A2BCC38C5D}"/>
          </ac:spMkLst>
        </pc:spChg>
        <pc:spChg chg="add mod">
          <ac:chgData name="Evgeny Solovyev" userId="bcfa930f-b6be-4bbb-aeb8-5203be9dadaa" providerId="ADAL" clId="{F65FA86A-F376-4435-B6D1-E310A9320D4B}" dt="2023-02-13T13:50:33.013" v="1563" actId="1076"/>
          <ac:spMkLst>
            <pc:docMk/>
            <pc:sldMk cId="533722226" sldId="1341"/>
            <ac:spMk id="23" creationId="{CCF5F420-5702-7540-5E22-BFB3DDD07868}"/>
          </ac:spMkLst>
        </pc:spChg>
        <pc:spChg chg="add mod">
          <ac:chgData name="Evgeny Solovyev" userId="bcfa930f-b6be-4bbb-aeb8-5203be9dadaa" providerId="ADAL" clId="{F65FA86A-F376-4435-B6D1-E310A9320D4B}" dt="2023-02-13T13:50:33.013" v="1563" actId="1076"/>
          <ac:spMkLst>
            <pc:docMk/>
            <pc:sldMk cId="533722226" sldId="1341"/>
            <ac:spMk id="24" creationId="{C5C4C092-FAE7-587F-0375-C7D5653B8E20}"/>
          </ac:spMkLst>
        </pc:spChg>
        <pc:spChg chg="add mod">
          <ac:chgData name="Evgeny Solovyev" userId="bcfa930f-b6be-4bbb-aeb8-5203be9dadaa" providerId="ADAL" clId="{F65FA86A-F376-4435-B6D1-E310A9320D4B}" dt="2023-02-13T13:50:59.857" v="1607" actId="20577"/>
          <ac:spMkLst>
            <pc:docMk/>
            <pc:sldMk cId="533722226" sldId="1341"/>
            <ac:spMk id="25" creationId="{2D5AC99B-0D7D-E746-7DF8-699466E49E0E}"/>
          </ac:spMkLst>
        </pc:spChg>
        <pc:spChg chg="add mod">
          <ac:chgData name="Evgeny Solovyev" userId="bcfa930f-b6be-4bbb-aeb8-5203be9dadaa" providerId="ADAL" clId="{F65FA86A-F376-4435-B6D1-E310A9320D4B}" dt="2023-02-13T13:50:33.013" v="1563" actId="1076"/>
          <ac:spMkLst>
            <pc:docMk/>
            <pc:sldMk cId="533722226" sldId="1341"/>
            <ac:spMk id="36" creationId="{0E54B7B1-5AA3-2B14-4322-A8D8AEC1F8D9}"/>
          </ac:spMkLst>
        </pc:spChg>
        <pc:spChg chg="add mod">
          <ac:chgData name="Evgeny Solovyev" userId="bcfa930f-b6be-4bbb-aeb8-5203be9dadaa" providerId="ADAL" clId="{F65FA86A-F376-4435-B6D1-E310A9320D4B}" dt="2023-02-13T13:50:33.013" v="1563" actId="1076"/>
          <ac:spMkLst>
            <pc:docMk/>
            <pc:sldMk cId="533722226" sldId="1341"/>
            <ac:spMk id="37" creationId="{8436F669-F117-7BE8-C69B-28E99B662EFC}"/>
          </ac:spMkLst>
        </pc:spChg>
        <pc:spChg chg="add mod">
          <ac:chgData name="Evgeny Solovyev" userId="bcfa930f-b6be-4bbb-aeb8-5203be9dadaa" providerId="ADAL" clId="{F65FA86A-F376-4435-B6D1-E310A9320D4B}" dt="2023-02-13T13:48:00.102" v="1480" actId="20577"/>
          <ac:spMkLst>
            <pc:docMk/>
            <pc:sldMk cId="533722226" sldId="1341"/>
            <ac:spMk id="38" creationId="{46067C19-B65B-5847-1FDF-9C22AC0CB518}"/>
          </ac:spMkLst>
        </pc:spChg>
        <pc:spChg chg="add mod">
          <ac:chgData name="Evgeny Solovyev" userId="bcfa930f-b6be-4bbb-aeb8-5203be9dadaa" providerId="ADAL" clId="{F65FA86A-F376-4435-B6D1-E310A9320D4B}" dt="2023-02-13T13:47:40.196" v="1473" actId="20577"/>
          <ac:spMkLst>
            <pc:docMk/>
            <pc:sldMk cId="533722226" sldId="1341"/>
            <ac:spMk id="39" creationId="{A052FD7C-9D05-EF34-3453-D599CC5F8350}"/>
          </ac:spMkLst>
        </pc:spChg>
        <pc:picChg chg="del">
          <ac:chgData name="Evgeny Solovyev" userId="bcfa930f-b6be-4bbb-aeb8-5203be9dadaa" providerId="ADAL" clId="{F65FA86A-F376-4435-B6D1-E310A9320D4B}" dt="2023-02-13T12:45:47.646" v="765" actId="478"/>
          <ac:picMkLst>
            <pc:docMk/>
            <pc:sldMk cId="533722226" sldId="1341"/>
            <ac:picMk id="3" creationId="{84672CA8-7D92-9480-A4AB-ADCBDD1FAC78}"/>
          </ac:picMkLst>
        </pc:picChg>
        <pc:picChg chg="add mod">
          <ac:chgData name="Evgeny Solovyev" userId="bcfa930f-b6be-4bbb-aeb8-5203be9dadaa" providerId="ADAL" clId="{F65FA86A-F376-4435-B6D1-E310A9320D4B}" dt="2023-02-13T13:12:43.559" v="1228" actId="1076"/>
          <ac:picMkLst>
            <pc:docMk/>
            <pc:sldMk cId="533722226" sldId="1341"/>
            <ac:picMk id="40" creationId="{DE0E7EB1-CAD5-0F10-F7D1-928812E20A6E}"/>
          </ac:picMkLst>
        </pc:picChg>
        <pc:picChg chg="add mod">
          <ac:chgData name="Evgeny Solovyev" userId="bcfa930f-b6be-4bbb-aeb8-5203be9dadaa" providerId="ADAL" clId="{F65FA86A-F376-4435-B6D1-E310A9320D4B}" dt="2023-02-13T12:51:14.446" v="877" actId="1076"/>
          <ac:picMkLst>
            <pc:docMk/>
            <pc:sldMk cId="533722226" sldId="1341"/>
            <ac:picMk id="1026" creationId="{D222D472-B8C8-0687-2706-43A783BC7425}"/>
          </ac:picMkLst>
        </pc:picChg>
        <pc:cxnChg chg="add mod">
          <ac:chgData name="Evgeny Solovyev" userId="bcfa930f-b6be-4bbb-aeb8-5203be9dadaa" providerId="ADAL" clId="{F65FA86A-F376-4435-B6D1-E310A9320D4B}" dt="2023-02-13T13:50:33.013" v="1563" actId="1076"/>
          <ac:cxnSpMkLst>
            <pc:docMk/>
            <pc:sldMk cId="533722226" sldId="1341"/>
            <ac:cxnSpMk id="27" creationId="{EB7A093D-07F8-7BC7-DBD1-6B0B5B9A87DA}"/>
          </ac:cxnSpMkLst>
        </pc:cxnChg>
        <pc:cxnChg chg="add mod">
          <ac:chgData name="Evgeny Solovyev" userId="bcfa930f-b6be-4bbb-aeb8-5203be9dadaa" providerId="ADAL" clId="{F65FA86A-F376-4435-B6D1-E310A9320D4B}" dt="2023-02-13T13:50:33.013" v="1563" actId="1076"/>
          <ac:cxnSpMkLst>
            <pc:docMk/>
            <pc:sldMk cId="533722226" sldId="1341"/>
            <ac:cxnSpMk id="31" creationId="{5D4867A5-F041-0673-6B7A-7AC2B6CF75B9}"/>
          </ac:cxnSpMkLst>
        </pc:cxnChg>
      </pc:sldChg>
    </pc:docChg>
  </pc:docChgLst>
  <pc:docChgLst>
    <pc:chgData name="Evgeny Solovyev" userId="bcfa930f-b6be-4bbb-aeb8-5203be9dadaa" providerId="ADAL" clId="{48D02D74-94F9-4B51-B4D4-321A578620E9}"/>
    <pc:docChg chg="undo redo custSel addSld delSld modSld sldOrd delMainMaster">
      <pc:chgData name="Evgeny Solovyev" userId="bcfa930f-b6be-4bbb-aeb8-5203be9dadaa" providerId="ADAL" clId="{48D02D74-94F9-4B51-B4D4-321A578620E9}" dt="2022-12-21T13:44:53.262" v="14632" actId="404"/>
      <pc:docMkLst>
        <pc:docMk/>
      </pc:docMkLst>
      <pc:sldChg chg="del ord">
        <pc:chgData name="Evgeny Solovyev" userId="bcfa930f-b6be-4bbb-aeb8-5203be9dadaa" providerId="ADAL" clId="{48D02D74-94F9-4B51-B4D4-321A578620E9}" dt="2022-12-10T18:02:24.316" v="636" actId="2696"/>
        <pc:sldMkLst>
          <pc:docMk/>
          <pc:sldMk cId="362497164" sldId="316"/>
        </pc:sldMkLst>
      </pc:sldChg>
      <pc:sldChg chg="del">
        <pc:chgData name="Evgeny Solovyev" userId="bcfa930f-b6be-4bbb-aeb8-5203be9dadaa" providerId="ADAL" clId="{48D02D74-94F9-4B51-B4D4-321A578620E9}" dt="2022-12-21T05:26:27.044" v="14333" actId="2696"/>
        <pc:sldMkLst>
          <pc:docMk/>
          <pc:sldMk cId="1227542283" sldId="1034"/>
        </pc:sldMkLst>
      </pc:sldChg>
      <pc:sldChg chg="del">
        <pc:chgData name="Evgeny Solovyev" userId="bcfa930f-b6be-4bbb-aeb8-5203be9dadaa" providerId="ADAL" clId="{48D02D74-94F9-4B51-B4D4-321A578620E9}" dt="2022-12-12T13:14:27.944" v="774" actId="2696"/>
        <pc:sldMkLst>
          <pc:docMk/>
          <pc:sldMk cId="3527279611" sldId="1067"/>
        </pc:sldMkLst>
      </pc:sldChg>
      <pc:sldChg chg="del">
        <pc:chgData name="Evgeny Solovyev" userId="bcfa930f-b6be-4bbb-aeb8-5203be9dadaa" providerId="ADAL" clId="{48D02D74-94F9-4B51-B4D4-321A578620E9}" dt="2022-12-21T09:57:40.838" v="14358" actId="47"/>
        <pc:sldMkLst>
          <pc:docMk/>
          <pc:sldMk cId="2480923622" sldId="1069"/>
        </pc:sldMkLst>
      </pc:sldChg>
      <pc:sldChg chg="ord">
        <pc:chgData name="Evgeny Solovyev" userId="bcfa930f-b6be-4bbb-aeb8-5203be9dadaa" providerId="ADAL" clId="{48D02D74-94F9-4B51-B4D4-321A578620E9}" dt="2022-12-10T17:03:32.951" v="544"/>
        <pc:sldMkLst>
          <pc:docMk/>
          <pc:sldMk cId="2423678619" sldId="1150"/>
        </pc:sldMkLst>
      </pc:sldChg>
      <pc:sldChg chg="del">
        <pc:chgData name="Evgeny Solovyev" userId="bcfa930f-b6be-4bbb-aeb8-5203be9dadaa" providerId="ADAL" clId="{48D02D74-94F9-4B51-B4D4-321A578620E9}" dt="2022-12-10T15:52:26.245" v="542" actId="2696"/>
        <pc:sldMkLst>
          <pc:docMk/>
          <pc:sldMk cId="4081050819" sldId="1207"/>
        </pc:sldMkLst>
      </pc:sldChg>
      <pc:sldChg chg="del">
        <pc:chgData name="Evgeny Solovyev" userId="bcfa930f-b6be-4bbb-aeb8-5203be9dadaa" providerId="ADAL" clId="{48D02D74-94F9-4B51-B4D4-321A578620E9}" dt="2022-12-21T05:23:42.916" v="14332" actId="2696"/>
        <pc:sldMkLst>
          <pc:docMk/>
          <pc:sldMk cId="240929195" sldId="1243"/>
        </pc:sldMkLst>
      </pc:sldChg>
      <pc:sldChg chg="del">
        <pc:chgData name="Evgeny Solovyev" userId="bcfa930f-b6be-4bbb-aeb8-5203be9dadaa" providerId="ADAL" clId="{48D02D74-94F9-4B51-B4D4-321A578620E9}" dt="2022-12-12T14:36:53.132" v="835" actId="2696"/>
        <pc:sldMkLst>
          <pc:docMk/>
          <pc:sldMk cId="1658636999" sldId="1244"/>
        </pc:sldMkLst>
      </pc:sldChg>
      <pc:sldChg chg="del">
        <pc:chgData name="Evgeny Solovyev" userId="bcfa930f-b6be-4bbb-aeb8-5203be9dadaa" providerId="ADAL" clId="{48D02D74-94F9-4B51-B4D4-321A578620E9}" dt="2022-12-21T05:23:34.305" v="14331" actId="2696"/>
        <pc:sldMkLst>
          <pc:docMk/>
          <pc:sldMk cId="3809197819" sldId="1246"/>
        </pc:sldMkLst>
      </pc:sldChg>
      <pc:sldChg chg="del">
        <pc:chgData name="Evgeny Solovyev" userId="bcfa930f-b6be-4bbb-aeb8-5203be9dadaa" providerId="ADAL" clId="{48D02D74-94F9-4B51-B4D4-321A578620E9}" dt="2022-12-21T05:23:34.305" v="14331" actId="2696"/>
        <pc:sldMkLst>
          <pc:docMk/>
          <pc:sldMk cId="816505641" sldId="1247"/>
        </pc:sldMkLst>
      </pc:sldChg>
      <pc:sldChg chg="del">
        <pc:chgData name="Evgeny Solovyev" userId="bcfa930f-b6be-4bbb-aeb8-5203be9dadaa" providerId="ADAL" clId="{48D02D74-94F9-4B51-B4D4-321A578620E9}" dt="2022-12-21T05:23:34.305" v="14331" actId="2696"/>
        <pc:sldMkLst>
          <pc:docMk/>
          <pc:sldMk cId="1485747020" sldId="1248"/>
        </pc:sldMkLst>
      </pc:sldChg>
      <pc:sldChg chg="ord">
        <pc:chgData name="Evgeny Solovyev" userId="bcfa930f-b6be-4bbb-aeb8-5203be9dadaa" providerId="ADAL" clId="{48D02D74-94F9-4B51-B4D4-321A578620E9}" dt="2022-12-21T09:55:47.340" v="14337"/>
        <pc:sldMkLst>
          <pc:docMk/>
          <pc:sldMk cId="2182742480" sldId="1249"/>
        </pc:sldMkLst>
      </pc:sldChg>
      <pc:sldChg chg="del ord">
        <pc:chgData name="Evgeny Solovyev" userId="bcfa930f-b6be-4bbb-aeb8-5203be9dadaa" providerId="ADAL" clId="{48D02D74-94F9-4B51-B4D4-321A578620E9}" dt="2022-12-21T11:03:01.468" v="14361" actId="2696"/>
        <pc:sldMkLst>
          <pc:docMk/>
          <pc:sldMk cId="404027695" sldId="1250"/>
        </pc:sldMkLst>
      </pc:sldChg>
      <pc:sldChg chg="ord">
        <pc:chgData name="Evgeny Solovyev" userId="bcfa930f-b6be-4bbb-aeb8-5203be9dadaa" providerId="ADAL" clId="{48D02D74-94F9-4B51-B4D4-321A578620E9}" dt="2022-12-21T09:55:47.340" v="14337"/>
        <pc:sldMkLst>
          <pc:docMk/>
          <pc:sldMk cId="2257806117" sldId="1251"/>
        </pc:sldMkLst>
      </pc:sldChg>
      <pc:sldChg chg="addSp delSp modSp add del mod modAnim">
        <pc:chgData name="Evgeny Solovyev" userId="bcfa930f-b6be-4bbb-aeb8-5203be9dadaa" providerId="ADAL" clId="{48D02D74-94F9-4B51-B4D4-321A578620E9}" dt="2022-12-13T05:25:29.296" v="942"/>
        <pc:sldMkLst>
          <pc:docMk/>
          <pc:sldMk cId="2574559992" sldId="1256"/>
        </pc:sldMkLst>
        <pc:spChg chg="mod">
          <ac:chgData name="Evgeny Solovyev" userId="bcfa930f-b6be-4bbb-aeb8-5203be9dadaa" providerId="ADAL" clId="{48D02D74-94F9-4B51-B4D4-321A578620E9}" dt="2022-12-10T17:32:37.901" v="624" actId="554"/>
          <ac:spMkLst>
            <pc:docMk/>
            <pc:sldMk cId="2574559992" sldId="1256"/>
            <ac:spMk id="2" creationId="{16847BEB-E406-8EBE-4E98-0FF16245FA2A}"/>
          </ac:spMkLst>
        </pc:spChg>
        <pc:spChg chg="mod">
          <ac:chgData name="Evgeny Solovyev" userId="bcfa930f-b6be-4bbb-aeb8-5203be9dadaa" providerId="ADAL" clId="{48D02D74-94F9-4B51-B4D4-321A578620E9}" dt="2022-12-10T17:32:37.901" v="624" actId="554"/>
          <ac:spMkLst>
            <pc:docMk/>
            <pc:sldMk cId="2574559992" sldId="1256"/>
            <ac:spMk id="3" creationId="{CD1AFA5E-2D71-E007-370B-04DA1C7E3512}"/>
          </ac:spMkLst>
        </pc:spChg>
        <pc:spChg chg="mod">
          <ac:chgData name="Evgeny Solovyev" userId="bcfa930f-b6be-4bbb-aeb8-5203be9dadaa" providerId="ADAL" clId="{48D02D74-94F9-4B51-B4D4-321A578620E9}" dt="2022-12-12T14:37:38.907" v="852" actId="20577"/>
          <ac:spMkLst>
            <pc:docMk/>
            <pc:sldMk cId="2574559992" sldId="1256"/>
            <ac:spMk id="4" creationId="{07D1A984-2B26-157E-7ACA-D7579C570B90}"/>
          </ac:spMkLst>
        </pc:spChg>
        <pc:spChg chg="mod">
          <ac:chgData name="Evgeny Solovyev" userId="bcfa930f-b6be-4bbb-aeb8-5203be9dadaa" providerId="ADAL" clId="{48D02D74-94F9-4B51-B4D4-321A578620E9}" dt="2022-12-10T17:32:37.901" v="624" actId="554"/>
          <ac:spMkLst>
            <pc:docMk/>
            <pc:sldMk cId="2574559992" sldId="1256"/>
            <ac:spMk id="5" creationId="{8621AB2E-AC50-3CB0-1274-7A322855E0F2}"/>
          </ac:spMkLst>
        </pc:spChg>
        <pc:spChg chg="mod">
          <ac:chgData name="Evgeny Solovyev" userId="bcfa930f-b6be-4bbb-aeb8-5203be9dadaa" providerId="ADAL" clId="{48D02D74-94F9-4B51-B4D4-321A578620E9}" dt="2022-12-10T17:31:48.064" v="620" actId="1076"/>
          <ac:spMkLst>
            <pc:docMk/>
            <pc:sldMk cId="2574559992" sldId="1256"/>
            <ac:spMk id="6" creationId="{2B85438B-5D0E-6639-A991-28654E57B7AA}"/>
          </ac:spMkLst>
        </pc:spChg>
        <pc:spChg chg="mod">
          <ac:chgData name="Evgeny Solovyev" userId="bcfa930f-b6be-4bbb-aeb8-5203be9dadaa" providerId="ADAL" clId="{48D02D74-94F9-4B51-B4D4-321A578620E9}" dt="2022-12-10T17:31:48.064" v="620" actId="1076"/>
          <ac:spMkLst>
            <pc:docMk/>
            <pc:sldMk cId="2574559992" sldId="1256"/>
            <ac:spMk id="7" creationId="{155190FE-A65A-E5AE-1237-6F01D9CDFCC8}"/>
          </ac:spMkLst>
        </pc:spChg>
        <pc:spChg chg="mod">
          <ac:chgData name="Evgeny Solovyev" userId="bcfa930f-b6be-4bbb-aeb8-5203be9dadaa" providerId="ADAL" clId="{48D02D74-94F9-4B51-B4D4-321A578620E9}" dt="2022-12-10T17:32:45.085" v="626" actId="1076"/>
          <ac:spMkLst>
            <pc:docMk/>
            <pc:sldMk cId="2574559992" sldId="1256"/>
            <ac:spMk id="8" creationId="{8389AA40-6037-F613-72E4-D1BB7169393A}"/>
          </ac:spMkLst>
        </pc:spChg>
        <pc:spChg chg="del mod">
          <ac:chgData name="Evgeny Solovyev" userId="bcfa930f-b6be-4bbb-aeb8-5203be9dadaa" providerId="ADAL" clId="{48D02D74-94F9-4B51-B4D4-321A578620E9}" dt="2022-12-10T17:30:24.806" v="601" actId="478"/>
          <ac:spMkLst>
            <pc:docMk/>
            <pc:sldMk cId="2574559992" sldId="1256"/>
            <ac:spMk id="9" creationId="{84EF9BAC-96BF-86E7-0B40-4729705F0314}"/>
          </ac:spMkLst>
        </pc:spChg>
        <pc:spChg chg="del mod">
          <ac:chgData name="Evgeny Solovyev" userId="bcfa930f-b6be-4bbb-aeb8-5203be9dadaa" providerId="ADAL" clId="{48D02D74-94F9-4B51-B4D4-321A578620E9}" dt="2022-12-10T17:31:38.304" v="619" actId="478"/>
          <ac:spMkLst>
            <pc:docMk/>
            <pc:sldMk cId="2574559992" sldId="1256"/>
            <ac:spMk id="10" creationId="{F1E36649-8BAA-48FA-4CD4-70A9961BCB00}"/>
          </ac:spMkLst>
        </pc:spChg>
        <pc:spChg chg="del mod">
          <ac:chgData name="Evgeny Solovyev" userId="bcfa930f-b6be-4bbb-aeb8-5203be9dadaa" providerId="ADAL" clId="{48D02D74-94F9-4B51-B4D4-321A578620E9}" dt="2022-12-10T17:31:37.638" v="618" actId="478"/>
          <ac:spMkLst>
            <pc:docMk/>
            <pc:sldMk cId="2574559992" sldId="1256"/>
            <ac:spMk id="11" creationId="{FD412DE8-9E40-F163-EACB-45F7DD744266}"/>
          </ac:spMkLst>
        </pc:spChg>
        <pc:spChg chg="del mod">
          <ac:chgData name="Evgeny Solovyev" userId="bcfa930f-b6be-4bbb-aeb8-5203be9dadaa" providerId="ADAL" clId="{48D02D74-94F9-4B51-B4D4-321A578620E9}" dt="2022-12-10T17:31:36.962" v="617" actId="478"/>
          <ac:spMkLst>
            <pc:docMk/>
            <pc:sldMk cId="2574559992" sldId="1256"/>
            <ac:spMk id="12" creationId="{FE2B3210-4049-C027-0271-DE6C4C2BA58F}"/>
          </ac:spMkLst>
        </pc:spChg>
        <pc:spChg chg="del">
          <ac:chgData name="Evgeny Solovyev" userId="bcfa930f-b6be-4bbb-aeb8-5203be9dadaa" providerId="ADAL" clId="{48D02D74-94F9-4B51-B4D4-321A578620E9}" dt="2022-12-10T17:31:36.168" v="616" actId="478"/>
          <ac:spMkLst>
            <pc:docMk/>
            <pc:sldMk cId="2574559992" sldId="1256"/>
            <ac:spMk id="13" creationId="{94C0E0EE-D268-693D-0B13-32142E5184FF}"/>
          </ac:spMkLst>
        </pc:spChg>
        <pc:spChg chg="mod">
          <ac:chgData name="Evgeny Solovyev" userId="bcfa930f-b6be-4bbb-aeb8-5203be9dadaa" providerId="ADAL" clId="{48D02D74-94F9-4B51-B4D4-321A578620E9}" dt="2022-12-12T16:09:38.379" v="856" actId="1076"/>
          <ac:spMkLst>
            <pc:docMk/>
            <pc:sldMk cId="2574559992" sldId="1256"/>
            <ac:spMk id="14" creationId="{15DA0A5E-C28B-99DD-15FC-29713D95B2EE}"/>
          </ac:spMkLst>
        </pc:spChg>
        <pc:spChg chg="mod">
          <ac:chgData name="Evgeny Solovyev" userId="bcfa930f-b6be-4bbb-aeb8-5203be9dadaa" providerId="ADAL" clId="{48D02D74-94F9-4B51-B4D4-321A578620E9}" dt="2022-12-12T16:09:43.923" v="857" actId="1076"/>
          <ac:spMkLst>
            <pc:docMk/>
            <pc:sldMk cId="2574559992" sldId="1256"/>
            <ac:spMk id="15" creationId="{1F3580F6-49DE-09AC-A757-DF6DB11FBEE7}"/>
          </ac:spMkLst>
        </pc:spChg>
        <pc:spChg chg="mod">
          <ac:chgData name="Evgeny Solovyev" userId="bcfa930f-b6be-4bbb-aeb8-5203be9dadaa" providerId="ADAL" clId="{48D02D74-94F9-4B51-B4D4-321A578620E9}" dt="2022-12-10T17:33:16.324" v="633" actId="20577"/>
          <ac:spMkLst>
            <pc:docMk/>
            <pc:sldMk cId="2574559992" sldId="1256"/>
            <ac:spMk id="16" creationId="{6187891E-E180-91D6-12E5-9D1E9213EB96}"/>
          </ac:spMkLst>
        </pc:spChg>
        <pc:spChg chg="mod">
          <ac:chgData name="Evgeny Solovyev" userId="bcfa930f-b6be-4bbb-aeb8-5203be9dadaa" providerId="ADAL" clId="{48D02D74-94F9-4B51-B4D4-321A578620E9}" dt="2022-12-10T17:32:37.901" v="624" actId="554"/>
          <ac:spMkLst>
            <pc:docMk/>
            <pc:sldMk cId="2574559992" sldId="1256"/>
            <ac:spMk id="17" creationId="{05E13D4F-FF75-F470-5508-4037F228C639}"/>
          </ac:spMkLst>
        </pc:spChg>
        <pc:spChg chg="mod">
          <ac:chgData name="Evgeny Solovyev" userId="bcfa930f-b6be-4bbb-aeb8-5203be9dadaa" providerId="ADAL" clId="{48D02D74-94F9-4B51-B4D4-321A578620E9}" dt="2022-12-10T17:32:37.901" v="624" actId="554"/>
          <ac:spMkLst>
            <pc:docMk/>
            <pc:sldMk cId="2574559992" sldId="1256"/>
            <ac:spMk id="18" creationId="{D488EF91-2B92-A72C-6E62-FAB493C03D5B}"/>
          </ac:spMkLst>
        </pc:spChg>
        <pc:spChg chg="mod">
          <ac:chgData name="Evgeny Solovyev" userId="bcfa930f-b6be-4bbb-aeb8-5203be9dadaa" providerId="ADAL" clId="{48D02D74-94F9-4B51-B4D4-321A578620E9}" dt="2022-12-12T16:09:43.923" v="857" actId="1076"/>
          <ac:spMkLst>
            <pc:docMk/>
            <pc:sldMk cId="2574559992" sldId="1256"/>
            <ac:spMk id="19" creationId="{33A3452A-6334-EA9E-7109-12D9B9F914E7}"/>
          </ac:spMkLst>
        </pc:spChg>
        <pc:spChg chg="add mod">
          <ac:chgData name="Evgeny Solovyev" userId="bcfa930f-b6be-4bbb-aeb8-5203be9dadaa" providerId="ADAL" clId="{48D02D74-94F9-4B51-B4D4-321A578620E9}" dt="2022-12-12T16:09:43.923" v="857" actId="1076"/>
          <ac:spMkLst>
            <pc:docMk/>
            <pc:sldMk cId="2574559992" sldId="1256"/>
            <ac:spMk id="20" creationId="{0C571DCA-833C-2A18-6F7E-7D4086ECD11C}"/>
          </ac:spMkLst>
        </pc:spChg>
        <pc:spChg chg="add mod">
          <ac:chgData name="Evgeny Solovyev" userId="bcfa930f-b6be-4bbb-aeb8-5203be9dadaa" providerId="ADAL" clId="{48D02D74-94F9-4B51-B4D4-321A578620E9}" dt="2022-12-10T17:31:48.064" v="620" actId="1076"/>
          <ac:spMkLst>
            <pc:docMk/>
            <pc:sldMk cId="2574559992" sldId="1256"/>
            <ac:spMk id="21" creationId="{EB690268-A102-6AB4-04E3-DD641F780A97}"/>
          </ac:spMkLst>
        </pc:spChg>
        <pc:spChg chg="add del mod">
          <ac:chgData name="Evgeny Solovyev" userId="bcfa930f-b6be-4bbb-aeb8-5203be9dadaa" providerId="ADAL" clId="{48D02D74-94F9-4B51-B4D4-321A578620E9}" dt="2022-12-10T17:32:46.398" v="627" actId="478"/>
          <ac:spMkLst>
            <pc:docMk/>
            <pc:sldMk cId="2574559992" sldId="1256"/>
            <ac:spMk id="22" creationId="{8BA13C59-1A49-4E06-F1DE-185560E4624F}"/>
          </ac:spMkLst>
        </pc:spChg>
        <pc:spChg chg="add mod">
          <ac:chgData name="Evgeny Solovyev" userId="bcfa930f-b6be-4bbb-aeb8-5203be9dadaa" providerId="ADAL" clId="{48D02D74-94F9-4B51-B4D4-321A578620E9}" dt="2022-12-10T17:32:51.679" v="629" actId="1076"/>
          <ac:spMkLst>
            <pc:docMk/>
            <pc:sldMk cId="2574559992" sldId="1256"/>
            <ac:spMk id="23" creationId="{F5387413-4FFD-2775-0AC4-9224DCEC13D4}"/>
          </ac:spMkLst>
        </pc:spChg>
        <pc:picChg chg="add mod">
          <ac:chgData name="Evgeny Solovyev" userId="bcfa930f-b6be-4bbb-aeb8-5203be9dadaa" providerId="ADAL" clId="{48D02D74-94F9-4B51-B4D4-321A578620E9}" dt="2022-12-13T05:25:29.296" v="942"/>
          <ac:picMkLst>
            <pc:docMk/>
            <pc:sldMk cId="2574559992" sldId="1256"/>
            <ac:picMk id="9" creationId="{E72A0CE8-D777-FFAB-9752-7CDF6A8BE3C1}"/>
          </ac:picMkLst>
        </pc:picChg>
      </pc:sldChg>
      <pc:sldChg chg="ord">
        <pc:chgData name="Evgeny Solovyev" userId="bcfa930f-b6be-4bbb-aeb8-5203be9dadaa" providerId="ADAL" clId="{48D02D74-94F9-4B51-B4D4-321A578620E9}" dt="2022-12-10T15:52:22.033" v="541"/>
        <pc:sldMkLst>
          <pc:docMk/>
          <pc:sldMk cId="974583774" sldId="1258"/>
        </pc:sldMkLst>
      </pc:sldChg>
      <pc:sldChg chg="modSp del">
        <pc:chgData name="Evgeny Solovyev" userId="bcfa930f-b6be-4bbb-aeb8-5203be9dadaa" providerId="ADAL" clId="{48D02D74-94F9-4B51-B4D4-321A578620E9}" dt="2022-12-12T18:16:21.926" v="941" actId="2696"/>
        <pc:sldMkLst>
          <pc:docMk/>
          <pc:sldMk cId="370290251" sldId="1259"/>
        </pc:sldMkLst>
        <pc:spChg chg="mod">
          <ac:chgData name="Evgeny Solovyev" userId="bcfa930f-b6be-4bbb-aeb8-5203be9dadaa" providerId="ADAL" clId="{48D02D74-94F9-4B51-B4D4-321A578620E9}" dt="2022-12-12T18:16:17.807" v="940" actId="207"/>
          <ac:spMkLst>
            <pc:docMk/>
            <pc:sldMk cId="370290251" sldId="1259"/>
            <ac:spMk id="2" creationId="{B2CF3EB7-3228-086D-22EA-2301402498C3}"/>
          </ac:spMkLst>
        </pc:spChg>
        <pc:spChg chg="mod">
          <ac:chgData name="Evgeny Solovyev" userId="bcfa930f-b6be-4bbb-aeb8-5203be9dadaa" providerId="ADAL" clId="{48D02D74-94F9-4B51-B4D4-321A578620E9}" dt="2022-12-12T18:16:17.807" v="940" actId="207"/>
          <ac:spMkLst>
            <pc:docMk/>
            <pc:sldMk cId="370290251" sldId="1259"/>
            <ac:spMk id="3" creationId="{88AECE6C-3302-84AA-6530-E600EC070BF7}"/>
          </ac:spMkLst>
        </pc:spChg>
        <pc:spChg chg="mod">
          <ac:chgData name="Evgeny Solovyev" userId="bcfa930f-b6be-4bbb-aeb8-5203be9dadaa" providerId="ADAL" clId="{48D02D74-94F9-4B51-B4D4-321A578620E9}" dt="2022-12-12T18:16:17.807" v="940" actId="207"/>
          <ac:spMkLst>
            <pc:docMk/>
            <pc:sldMk cId="370290251" sldId="1259"/>
            <ac:spMk id="4" creationId="{C1FC47EA-2B15-42DB-A0E7-1ACD240F710F}"/>
          </ac:spMkLst>
        </pc:spChg>
        <pc:spChg chg="mod">
          <ac:chgData name="Evgeny Solovyev" userId="bcfa930f-b6be-4bbb-aeb8-5203be9dadaa" providerId="ADAL" clId="{48D02D74-94F9-4B51-B4D4-321A578620E9}" dt="2022-12-12T18:16:17.807" v="940" actId="207"/>
          <ac:spMkLst>
            <pc:docMk/>
            <pc:sldMk cId="370290251" sldId="1259"/>
            <ac:spMk id="5" creationId="{E79D32EB-759B-40C8-8A4E-96C2BE3AA942}"/>
          </ac:spMkLst>
        </pc:spChg>
        <pc:spChg chg="mod">
          <ac:chgData name="Evgeny Solovyev" userId="bcfa930f-b6be-4bbb-aeb8-5203be9dadaa" providerId="ADAL" clId="{48D02D74-94F9-4B51-B4D4-321A578620E9}" dt="2022-12-12T18:16:17.807" v="940" actId="207"/>
          <ac:spMkLst>
            <pc:docMk/>
            <pc:sldMk cId="370290251" sldId="1259"/>
            <ac:spMk id="6" creationId="{BD839998-0279-0E22-826A-70756885BD23}"/>
          </ac:spMkLst>
        </pc:spChg>
        <pc:spChg chg="mod">
          <ac:chgData name="Evgeny Solovyev" userId="bcfa930f-b6be-4bbb-aeb8-5203be9dadaa" providerId="ADAL" clId="{48D02D74-94F9-4B51-B4D4-321A578620E9}" dt="2022-12-12T18:16:17.807" v="940" actId="207"/>
          <ac:spMkLst>
            <pc:docMk/>
            <pc:sldMk cId="370290251" sldId="1259"/>
            <ac:spMk id="7" creationId="{DA653559-0F05-4FC3-9AB2-12ABC861E1F1}"/>
          </ac:spMkLst>
        </pc:spChg>
        <pc:spChg chg="mod">
          <ac:chgData name="Evgeny Solovyev" userId="bcfa930f-b6be-4bbb-aeb8-5203be9dadaa" providerId="ADAL" clId="{48D02D74-94F9-4B51-B4D4-321A578620E9}" dt="2022-12-12T18:16:17.807" v="940" actId="207"/>
          <ac:spMkLst>
            <pc:docMk/>
            <pc:sldMk cId="370290251" sldId="1259"/>
            <ac:spMk id="8" creationId="{9083260A-BD92-416B-8784-21126B0BC29B}"/>
          </ac:spMkLst>
        </pc:spChg>
        <pc:spChg chg="mod">
          <ac:chgData name="Evgeny Solovyev" userId="bcfa930f-b6be-4bbb-aeb8-5203be9dadaa" providerId="ADAL" clId="{48D02D74-94F9-4B51-B4D4-321A578620E9}" dt="2022-12-12T18:16:17.807" v="940" actId="207"/>
          <ac:spMkLst>
            <pc:docMk/>
            <pc:sldMk cId="370290251" sldId="1259"/>
            <ac:spMk id="9" creationId="{063BC36E-A086-40DA-B054-5121F3557ADF}"/>
          </ac:spMkLst>
        </pc:spChg>
        <pc:spChg chg="mod">
          <ac:chgData name="Evgeny Solovyev" userId="bcfa930f-b6be-4bbb-aeb8-5203be9dadaa" providerId="ADAL" clId="{48D02D74-94F9-4B51-B4D4-321A578620E9}" dt="2022-12-12T18:16:17.807" v="940" actId="207"/>
          <ac:spMkLst>
            <pc:docMk/>
            <pc:sldMk cId="370290251" sldId="1259"/>
            <ac:spMk id="10" creationId="{5546A97A-DF8E-434D-8AEC-0C6343A07043}"/>
          </ac:spMkLst>
        </pc:spChg>
        <pc:spChg chg="mod">
          <ac:chgData name="Evgeny Solovyev" userId="bcfa930f-b6be-4bbb-aeb8-5203be9dadaa" providerId="ADAL" clId="{48D02D74-94F9-4B51-B4D4-321A578620E9}" dt="2022-12-12T18:16:17.807" v="940" actId="207"/>
          <ac:spMkLst>
            <pc:docMk/>
            <pc:sldMk cId="370290251" sldId="1259"/>
            <ac:spMk id="11" creationId="{068E1754-FB45-7C35-68A7-85D77DE925E6}"/>
          </ac:spMkLst>
        </pc:spChg>
        <pc:spChg chg="mod">
          <ac:chgData name="Evgeny Solovyev" userId="bcfa930f-b6be-4bbb-aeb8-5203be9dadaa" providerId="ADAL" clId="{48D02D74-94F9-4B51-B4D4-321A578620E9}" dt="2022-12-12T18:16:17.807" v="940" actId="207"/>
          <ac:spMkLst>
            <pc:docMk/>
            <pc:sldMk cId="370290251" sldId="1259"/>
            <ac:spMk id="17" creationId="{C838CAEB-6E42-848D-CD55-EB4A1743B2F4}"/>
          </ac:spMkLst>
        </pc:sp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13" creationId="{10102A6F-B8D4-F1F3-3902-AE023EE58DB0}"/>
          </ac:picMkLst>
        </pc:pic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14" creationId="{2E67FA52-B249-5AF8-DB17-DFB29678B3B1}"/>
          </ac:picMkLst>
        </pc:pic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15" creationId="{87F97EC3-198B-574A-9A30-D7F0D3B014AE}"/>
          </ac:picMkLst>
        </pc:pic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16" creationId="{FE774457-9464-75B0-9D76-90B0A1F6D0CF}"/>
          </ac:picMkLst>
        </pc:pic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18" creationId="{BDF07D9E-0354-5350-F888-D9F9869AAB47}"/>
          </ac:picMkLst>
        </pc:pic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20" creationId="{A9536BAB-DEA8-00FF-9E21-4A31AC771964}"/>
          </ac:picMkLst>
        </pc:pic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21" creationId="{94EF1E23-1D10-C60A-2895-EA9E879617FD}"/>
          </ac:picMkLst>
        </pc:pic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24" creationId="{E68DF07E-F82E-84D3-84C9-9354E2FCFDD3}"/>
          </ac:picMkLst>
        </pc:pic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25" creationId="{15C00B3D-50DC-00E9-C798-30608373B0D8}"/>
          </ac:picMkLst>
        </pc:pic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26" creationId="{99DDBC36-92EE-985C-4B2E-8D31AC4C092D}"/>
          </ac:picMkLst>
        </pc:pic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27" creationId="{FE85352D-6899-7054-607A-F7DC82317634}"/>
          </ac:picMkLst>
        </pc:picChg>
        <pc:picChg chg="mod">
          <ac:chgData name="Evgeny Solovyev" userId="bcfa930f-b6be-4bbb-aeb8-5203be9dadaa" providerId="ADAL" clId="{48D02D74-94F9-4B51-B4D4-321A578620E9}" dt="2022-12-12T18:16:17.807" v="940" actId="207"/>
          <ac:picMkLst>
            <pc:docMk/>
            <pc:sldMk cId="370290251" sldId="1259"/>
            <ac:picMk id="28" creationId="{347BBE3F-3B3C-D7E3-9D9A-3538E6C396B4}"/>
          </ac:picMkLst>
        </pc:picChg>
      </pc:sldChg>
      <pc:sldChg chg="ord">
        <pc:chgData name="Evgeny Solovyev" userId="bcfa930f-b6be-4bbb-aeb8-5203be9dadaa" providerId="ADAL" clId="{48D02D74-94F9-4B51-B4D4-321A578620E9}" dt="2022-12-21T09:55:47.340" v="14337"/>
        <pc:sldMkLst>
          <pc:docMk/>
          <pc:sldMk cId="1637669682" sldId="1260"/>
        </pc:sldMkLst>
      </pc:sldChg>
      <pc:sldChg chg="ord">
        <pc:chgData name="Evgeny Solovyev" userId="bcfa930f-b6be-4bbb-aeb8-5203be9dadaa" providerId="ADAL" clId="{48D02D74-94F9-4B51-B4D4-321A578620E9}" dt="2022-12-10T17:05:19.789" v="551"/>
        <pc:sldMkLst>
          <pc:docMk/>
          <pc:sldMk cId="3339695502" sldId="1262"/>
        </pc:sldMkLst>
      </pc:sldChg>
      <pc:sldChg chg="modSp mod">
        <pc:chgData name="Evgeny Solovyev" userId="bcfa930f-b6be-4bbb-aeb8-5203be9dadaa" providerId="ADAL" clId="{48D02D74-94F9-4B51-B4D4-321A578620E9}" dt="2022-12-12T16:49:00.339" v="859" actId="404"/>
        <pc:sldMkLst>
          <pc:docMk/>
          <pc:sldMk cId="1907294906" sldId="1263"/>
        </pc:sldMkLst>
        <pc:spChg chg="mod">
          <ac:chgData name="Evgeny Solovyev" userId="bcfa930f-b6be-4bbb-aeb8-5203be9dadaa" providerId="ADAL" clId="{48D02D74-94F9-4B51-B4D4-321A578620E9}" dt="2022-12-12T16:49:00.339" v="859" actId="404"/>
          <ac:spMkLst>
            <pc:docMk/>
            <pc:sldMk cId="1907294906" sldId="1263"/>
            <ac:spMk id="2" creationId="{EC513C67-4461-8CDE-663C-8BF7BDCF5BBF}"/>
          </ac:spMkLst>
        </pc:spChg>
      </pc:sldChg>
      <pc:sldChg chg="modSp add del mod ord">
        <pc:chgData name="Evgeny Solovyev" userId="bcfa930f-b6be-4bbb-aeb8-5203be9dadaa" providerId="ADAL" clId="{48D02D74-94F9-4B51-B4D4-321A578620E9}" dt="2022-12-12T13:13:24.163" v="768"/>
        <pc:sldMkLst>
          <pc:docMk/>
          <pc:sldMk cId="1225573622" sldId="1264"/>
        </pc:sldMkLst>
        <pc:graphicFrameChg chg="mod modGraphic">
          <ac:chgData name="Evgeny Solovyev" userId="bcfa930f-b6be-4bbb-aeb8-5203be9dadaa" providerId="ADAL" clId="{48D02D74-94F9-4B51-B4D4-321A578620E9}" dt="2022-12-12T13:13:24.163" v="768"/>
          <ac:graphicFrameMkLst>
            <pc:docMk/>
            <pc:sldMk cId="1225573622" sldId="1264"/>
            <ac:graphicFrameMk id="7" creationId="{9EC1E127-9566-0878-F258-B464350C059A}"/>
          </ac:graphicFrameMkLst>
        </pc:graphicFrameChg>
      </pc:sldChg>
      <pc:sldChg chg="del">
        <pc:chgData name="Evgeny Solovyev" userId="bcfa930f-b6be-4bbb-aeb8-5203be9dadaa" providerId="ADAL" clId="{48D02D74-94F9-4B51-B4D4-321A578620E9}" dt="2022-12-13T05:49:48.252" v="943" actId="2696"/>
        <pc:sldMkLst>
          <pc:docMk/>
          <pc:sldMk cId="531030448" sldId="1265"/>
        </pc:sldMkLst>
      </pc:sldChg>
      <pc:sldChg chg="modSp mod modAnim">
        <pc:chgData name="Evgeny Solovyev" userId="bcfa930f-b6be-4bbb-aeb8-5203be9dadaa" providerId="ADAL" clId="{48D02D74-94F9-4B51-B4D4-321A578620E9}" dt="2022-12-13T05:54:38.447" v="1141"/>
        <pc:sldMkLst>
          <pc:docMk/>
          <pc:sldMk cId="491323443" sldId="1267"/>
        </pc:sldMkLst>
        <pc:spChg chg="mod">
          <ac:chgData name="Evgeny Solovyev" userId="bcfa930f-b6be-4bbb-aeb8-5203be9dadaa" providerId="ADAL" clId="{48D02D74-94F9-4B51-B4D4-321A578620E9}" dt="2022-12-13T05:54:20.722" v="1140" actId="20577"/>
          <ac:spMkLst>
            <pc:docMk/>
            <pc:sldMk cId="491323443" sldId="1267"/>
            <ac:spMk id="2" creationId="{A6319CC7-B951-32F7-3FD7-E704D08C6A63}"/>
          </ac:spMkLst>
        </pc:spChg>
        <pc:spChg chg="mod">
          <ac:chgData name="Evgeny Solovyev" userId="bcfa930f-b6be-4bbb-aeb8-5203be9dadaa" providerId="ADAL" clId="{48D02D74-94F9-4B51-B4D4-321A578620E9}" dt="2022-12-13T05:54:38.447" v="1141"/>
          <ac:spMkLst>
            <pc:docMk/>
            <pc:sldMk cId="491323443" sldId="1267"/>
            <ac:spMk id="3" creationId="{3E6EA4F4-FD6F-92F2-54B6-103A5D92CEC0}"/>
          </ac:spMkLst>
        </pc:spChg>
        <pc:spChg chg="mod">
          <ac:chgData name="Evgeny Solovyev" userId="bcfa930f-b6be-4bbb-aeb8-5203be9dadaa" providerId="ADAL" clId="{48D02D74-94F9-4B51-B4D4-321A578620E9}" dt="2022-12-13T05:52:16.428" v="1011" actId="1076"/>
          <ac:spMkLst>
            <pc:docMk/>
            <pc:sldMk cId="491323443" sldId="1267"/>
            <ac:spMk id="4" creationId="{77468E56-3243-B393-E4D0-5F7B1A31928E}"/>
          </ac:spMkLst>
        </pc:spChg>
        <pc:spChg chg="mod">
          <ac:chgData name="Evgeny Solovyev" userId="bcfa930f-b6be-4bbb-aeb8-5203be9dadaa" providerId="ADAL" clId="{48D02D74-94F9-4B51-B4D4-321A578620E9}" dt="2022-12-13T05:52:30.813" v="1012"/>
          <ac:spMkLst>
            <pc:docMk/>
            <pc:sldMk cId="491323443" sldId="1267"/>
            <ac:spMk id="6" creationId="{95BC7C3F-6E76-A9C7-FC63-ABB04C6D5C80}"/>
          </ac:spMkLst>
        </pc:spChg>
        <pc:spChg chg="mod">
          <ac:chgData name="Evgeny Solovyev" userId="bcfa930f-b6be-4bbb-aeb8-5203be9dadaa" providerId="ADAL" clId="{48D02D74-94F9-4B51-B4D4-321A578620E9}" dt="2022-12-13T05:52:49.222" v="1044" actId="20577"/>
          <ac:spMkLst>
            <pc:docMk/>
            <pc:sldMk cId="491323443" sldId="1267"/>
            <ac:spMk id="7" creationId="{6BECD9C6-F9A3-B8F6-7B12-9DB4595C2A69}"/>
          </ac:spMkLst>
        </pc:spChg>
        <pc:spChg chg="mod">
          <ac:chgData name="Evgeny Solovyev" userId="bcfa930f-b6be-4bbb-aeb8-5203be9dadaa" providerId="ADAL" clId="{48D02D74-94F9-4B51-B4D4-321A578620E9}" dt="2022-12-13T05:53:58.160" v="1110" actId="20577"/>
          <ac:spMkLst>
            <pc:docMk/>
            <pc:sldMk cId="491323443" sldId="1267"/>
            <ac:spMk id="8" creationId="{13FDE91A-D31C-1390-03A3-D637C298DDCE}"/>
          </ac:spMkLst>
        </pc:spChg>
        <pc:spChg chg="mod">
          <ac:chgData name="Evgeny Solovyev" userId="bcfa930f-b6be-4bbb-aeb8-5203be9dadaa" providerId="ADAL" clId="{48D02D74-94F9-4B51-B4D4-321A578620E9}" dt="2022-12-13T05:51:47.944" v="1010" actId="122"/>
          <ac:spMkLst>
            <pc:docMk/>
            <pc:sldMk cId="491323443" sldId="1267"/>
            <ac:spMk id="14" creationId="{66766AE9-1693-6D99-0698-6E6B0F1B5B6C}"/>
          </ac:spMkLst>
        </pc:spChg>
        <pc:spChg chg="mod">
          <ac:chgData name="Evgeny Solovyev" userId="bcfa930f-b6be-4bbb-aeb8-5203be9dadaa" providerId="ADAL" clId="{48D02D74-94F9-4B51-B4D4-321A578620E9}" dt="2022-12-13T05:53:46.827" v="1090" actId="1076"/>
          <ac:spMkLst>
            <pc:docMk/>
            <pc:sldMk cId="491323443" sldId="1267"/>
            <ac:spMk id="16" creationId="{635FA36A-28EC-45F0-CC12-793CCE736134}"/>
          </ac:spMkLst>
        </pc:spChg>
        <pc:picChg chg="mod">
          <ac:chgData name="Evgeny Solovyev" userId="bcfa930f-b6be-4bbb-aeb8-5203be9dadaa" providerId="ADAL" clId="{48D02D74-94F9-4B51-B4D4-321A578620E9}" dt="2022-12-13T05:54:07.328" v="1111" actId="1076"/>
          <ac:picMkLst>
            <pc:docMk/>
            <pc:sldMk cId="491323443" sldId="1267"/>
            <ac:picMk id="5" creationId="{2C7F8759-E79C-60CC-EEDD-69DEEE512112}"/>
          </ac:picMkLst>
        </pc:picChg>
        <pc:picChg chg="mod">
          <ac:chgData name="Evgeny Solovyev" userId="bcfa930f-b6be-4bbb-aeb8-5203be9dadaa" providerId="ADAL" clId="{48D02D74-94F9-4B51-B4D4-321A578620E9}" dt="2022-12-13T05:51:12.481" v="1007" actId="1076"/>
          <ac:picMkLst>
            <pc:docMk/>
            <pc:sldMk cId="491323443" sldId="1267"/>
            <ac:picMk id="15" creationId="{EAD3675C-9791-9FCA-8C28-B5B32E1257C4}"/>
          </ac:picMkLst>
        </pc:picChg>
        <pc:picChg chg="mod">
          <ac:chgData name="Evgeny Solovyev" userId="bcfa930f-b6be-4bbb-aeb8-5203be9dadaa" providerId="ADAL" clId="{48D02D74-94F9-4B51-B4D4-321A578620E9}" dt="2022-12-13T05:51:12.481" v="1007" actId="1076"/>
          <ac:picMkLst>
            <pc:docMk/>
            <pc:sldMk cId="491323443" sldId="1267"/>
            <ac:picMk id="22" creationId="{D0952440-693E-AEF2-196C-8BE844735F26}"/>
          </ac:picMkLst>
        </pc:picChg>
        <pc:picChg chg="mod">
          <ac:chgData name="Evgeny Solovyev" userId="bcfa930f-b6be-4bbb-aeb8-5203be9dadaa" providerId="ADAL" clId="{48D02D74-94F9-4B51-B4D4-321A578620E9}" dt="2022-12-13T05:51:12.481" v="1007" actId="1076"/>
          <ac:picMkLst>
            <pc:docMk/>
            <pc:sldMk cId="491323443" sldId="1267"/>
            <ac:picMk id="1026" creationId="{BAC5A041-38A3-D6AD-F6B1-02DC668B4FC0}"/>
          </ac:picMkLst>
        </pc:picChg>
        <pc:picChg chg="mod">
          <ac:chgData name="Evgeny Solovyev" userId="bcfa930f-b6be-4bbb-aeb8-5203be9dadaa" providerId="ADAL" clId="{48D02D74-94F9-4B51-B4D4-321A578620E9}" dt="2022-12-13T05:51:12.481" v="1007" actId="1076"/>
          <ac:picMkLst>
            <pc:docMk/>
            <pc:sldMk cId="491323443" sldId="1267"/>
            <ac:picMk id="1032" creationId="{B4C19E85-B66A-FA2C-47BA-7AE74F885DD7}"/>
          </ac:picMkLst>
        </pc:picChg>
        <pc:picChg chg="mod">
          <ac:chgData name="Evgeny Solovyev" userId="bcfa930f-b6be-4bbb-aeb8-5203be9dadaa" providerId="ADAL" clId="{48D02D74-94F9-4B51-B4D4-321A578620E9}" dt="2022-12-13T05:52:16.428" v="1011" actId="1076"/>
          <ac:picMkLst>
            <pc:docMk/>
            <pc:sldMk cId="491323443" sldId="1267"/>
            <ac:picMk id="2050" creationId="{39A79AAD-C4F9-465A-01A3-260D7E882257}"/>
          </ac:picMkLst>
        </pc:picChg>
        <pc:cxnChg chg="mod">
          <ac:chgData name="Evgeny Solovyev" userId="bcfa930f-b6be-4bbb-aeb8-5203be9dadaa" providerId="ADAL" clId="{48D02D74-94F9-4B51-B4D4-321A578620E9}" dt="2022-12-13T05:52:16.428" v="1011" actId="1076"/>
          <ac:cxnSpMkLst>
            <pc:docMk/>
            <pc:sldMk cId="491323443" sldId="1267"/>
            <ac:cxnSpMk id="10" creationId="{BC3A644C-3EFD-DD56-85C8-1D17BE2EE2F2}"/>
          </ac:cxnSpMkLst>
        </pc:cxnChg>
      </pc:sldChg>
      <pc:sldChg chg="modSp mod modAnim">
        <pc:chgData name="Evgeny Solovyev" userId="bcfa930f-b6be-4bbb-aeb8-5203be9dadaa" providerId="ADAL" clId="{48D02D74-94F9-4B51-B4D4-321A578620E9}" dt="2022-12-13T12:13:33.866" v="1478" actId="1076"/>
        <pc:sldMkLst>
          <pc:docMk/>
          <pc:sldMk cId="368814565" sldId="1268"/>
        </pc:sldMkLst>
        <pc:spChg chg="mod">
          <ac:chgData name="Evgeny Solovyev" userId="bcfa930f-b6be-4bbb-aeb8-5203be9dadaa" providerId="ADAL" clId="{48D02D74-94F9-4B51-B4D4-321A578620E9}" dt="2022-12-13T06:16:03.761" v="1159" actId="20577"/>
          <ac:spMkLst>
            <pc:docMk/>
            <pc:sldMk cId="368814565" sldId="1268"/>
            <ac:spMk id="2" creationId="{54E35933-F17E-A087-9F25-F071F15B990B}"/>
          </ac:spMkLst>
        </pc:spChg>
        <pc:spChg chg="mod">
          <ac:chgData name="Evgeny Solovyev" userId="bcfa930f-b6be-4bbb-aeb8-5203be9dadaa" providerId="ADAL" clId="{48D02D74-94F9-4B51-B4D4-321A578620E9}" dt="2022-12-13T06:16:28.289" v="1193" actId="20577"/>
          <ac:spMkLst>
            <pc:docMk/>
            <pc:sldMk cId="368814565" sldId="1268"/>
            <ac:spMk id="3" creationId="{F9598FAE-29A3-5C36-1958-A1AFBC7CC8BE}"/>
          </ac:spMkLst>
        </pc:spChg>
        <pc:spChg chg="mod">
          <ac:chgData name="Evgeny Solovyev" userId="bcfa930f-b6be-4bbb-aeb8-5203be9dadaa" providerId="ADAL" clId="{48D02D74-94F9-4B51-B4D4-321A578620E9}" dt="2022-12-13T06:17:32.429" v="1206" actId="20577"/>
          <ac:spMkLst>
            <pc:docMk/>
            <pc:sldMk cId="368814565" sldId="1268"/>
            <ac:spMk id="4" creationId="{C8BE4674-7579-0F56-7F4F-9DCF21514EFE}"/>
          </ac:spMkLst>
        </pc:spChg>
        <pc:spChg chg="mod">
          <ac:chgData name="Evgeny Solovyev" userId="bcfa930f-b6be-4bbb-aeb8-5203be9dadaa" providerId="ADAL" clId="{48D02D74-94F9-4B51-B4D4-321A578620E9}" dt="2022-12-13T12:08:51.970" v="1460" actId="6549"/>
          <ac:spMkLst>
            <pc:docMk/>
            <pc:sldMk cId="368814565" sldId="1268"/>
            <ac:spMk id="5" creationId="{CD97993A-06C4-024D-657E-8A9672655FC0}"/>
          </ac:spMkLst>
        </pc:spChg>
        <pc:spChg chg="mod">
          <ac:chgData name="Evgeny Solovyev" userId="bcfa930f-b6be-4bbb-aeb8-5203be9dadaa" providerId="ADAL" clId="{48D02D74-94F9-4B51-B4D4-321A578620E9}" dt="2022-12-13T12:13:27.985" v="1476" actId="1076"/>
          <ac:spMkLst>
            <pc:docMk/>
            <pc:sldMk cId="368814565" sldId="1268"/>
            <ac:spMk id="6" creationId="{125C8281-DCBC-B08D-9C53-89C430DCE985}"/>
          </ac:spMkLst>
        </pc:spChg>
        <pc:spChg chg="mod">
          <ac:chgData name="Evgeny Solovyev" userId="bcfa930f-b6be-4bbb-aeb8-5203be9dadaa" providerId="ADAL" clId="{48D02D74-94F9-4B51-B4D4-321A578620E9}" dt="2022-12-13T12:13:30.797" v="1477" actId="1076"/>
          <ac:spMkLst>
            <pc:docMk/>
            <pc:sldMk cId="368814565" sldId="1268"/>
            <ac:spMk id="7" creationId="{6A7C1CD2-7674-846E-E6DA-DBD12B5F96CE}"/>
          </ac:spMkLst>
        </pc:spChg>
        <pc:spChg chg="mod">
          <ac:chgData name="Evgeny Solovyev" userId="bcfa930f-b6be-4bbb-aeb8-5203be9dadaa" providerId="ADAL" clId="{48D02D74-94F9-4B51-B4D4-321A578620E9}" dt="2022-12-13T12:13:33.866" v="1478" actId="1076"/>
          <ac:spMkLst>
            <pc:docMk/>
            <pc:sldMk cId="368814565" sldId="1268"/>
            <ac:spMk id="8" creationId="{72724D62-AB41-CDBF-86D4-4BFA5E9E0FC3}"/>
          </ac:spMkLst>
        </pc:spChg>
      </pc:sldChg>
      <pc:sldChg chg="addSp modSp mod modAnim">
        <pc:chgData name="Evgeny Solovyev" userId="bcfa930f-b6be-4bbb-aeb8-5203be9dadaa" providerId="ADAL" clId="{48D02D74-94F9-4B51-B4D4-321A578620E9}" dt="2022-12-14T06:58:02.689" v="1891" actId="1076"/>
        <pc:sldMkLst>
          <pc:docMk/>
          <pc:sldMk cId="141122407" sldId="1269"/>
        </pc:sldMkLst>
        <pc:spChg chg="mod">
          <ac:chgData name="Evgeny Solovyev" userId="bcfa930f-b6be-4bbb-aeb8-5203be9dadaa" providerId="ADAL" clId="{48D02D74-94F9-4B51-B4D4-321A578620E9}" dt="2022-12-14T06:30:05.169" v="1543" actId="20577"/>
          <ac:spMkLst>
            <pc:docMk/>
            <pc:sldMk cId="141122407" sldId="1269"/>
            <ac:spMk id="2" creationId="{54E35933-F17E-A087-9F25-F071F15B990B}"/>
          </ac:spMkLst>
        </pc:spChg>
        <pc:spChg chg="mod">
          <ac:chgData name="Evgeny Solovyev" userId="bcfa930f-b6be-4bbb-aeb8-5203be9dadaa" providerId="ADAL" clId="{48D02D74-94F9-4B51-B4D4-321A578620E9}" dt="2022-12-14T06:30:28.114" v="1585" actId="20577"/>
          <ac:spMkLst>
            <pc:docMk/>
            <pc:sldMk cId="141122407" sldId="1269"/>
            <ac:spMk id="3" creationId="{F9598FAE-29A3-5C36-1958-A1AFBC7CC8BE}"/>
          </ac:spMkLst>
        </pc:spChg>
        <pc:spChg chg="mod">
          <ac:chgData name="Evgeny Solovyev" userId="bcfa930f-b6be-4bbb-aeb8-5203be9dadaa" providerId="ADAL" clId="{48D02D74-94F9-4B51-B4D4-321A578620E9}" dt="2022-12-14T06:32:28.001" v="1686" actId="20577"/>
          <ac:spMkLst>
            <pc:docMk/>
            <pc:sldMk cId="141122407" sldId="1269"/>
            <ac:spMk id="4" creationId="{C8BE4674-7579-0F56-7F4F-9DCF21514EFE}"/>
          </ac:spMkLst>
        </pc:spChg>
        <pc:spChg chg="add mod">
          <ac:chgData name="Evgeny Solovyev" userId="bcfa930f-b6be-4bbb-aeb8-5203be9dadaa" providerId="ADAL" clId="{48D02D74-94F9-4B51-B4D4-321A578620E9}" dt="2022-12-14T06:56:04.680" v="1885" actId="1076"/>
          <ac:spMkLst>
            <pc:docMk/>
            <pc:sldMk cId="141122407" sldId="1269"/>
            <ac:spMk id="5" creationId="{A3587A17-7845-ACF8-B4E2-E400ACA26E24}"/>
          </ac:spMkLst>
        </pc:spChg>
        <pc:spChg chg="mod">
          <ac:chgData name="Evgeny Solovyev" userId="bcfa930f-b6be-4bbb-aeb8-5203be9dadaa" providerId="ADAL" clId="{48D02D74-94F9-4B51-B4D4-321A578620E9}" dt="2022-12-14T06:33:42.285" v="1806" actId="14100"/>
          <ac:spMkLst>
            <pc:docMk/>
            <pc:sldMk cId="141122407" sldId="1269"/>
            <ac:spMk id="6" creationId="{125C8281-DCBC-B08D-9C53-89C430DCE985}"/>
          </ac:spMkLst>
        </pc:spChg>
        <pc:spChg chg="mod">
          <ac:chgData name="Evgeny Solovyev" userId="bcfa930f-b6be-4bbb-aeb8-5203be9dadaa" providerId="ADAL" clId="{48D02D74-94F9-4B51-B4D4-321A578620E9}" dt="2022-12-14T06:40:32.959" v="1813" actId="14100"/>
          <ac:spMkLst>
            <pc:docMk/>
            <pc:sldMk cId="141122407" sldId="1269"/>
            <ac:spMk id="7" creationId="{6A7C1CD2-7674-846E-E6DA-DBD12B5F96CE}"/>
          </ac:spMkLst>
        </pc:spChg>
        <pc:spChg chg="mod">
          <ac:chgData name="Evgeny Solovyev" userId="bcfa930f-b6be-4bbb-aeb8-5203be9dadaa" providerId="ADAL" clId="{48D02D74-94F9-4B51-B4D4-321A578620E9}" dt="2022-12-14T06:56:12.804" v="1887" actId="20577"/>
          <ac:spMkLst>
            <pc:docMk/>
            <pc:sldMk cId="141122407" sldId="1269"/>
            <ac:spMk id="8" creationId="{72724D62-AB41-CDBF-86D4-4BFA5E9E0FC3}"/>
          </ac:spMkLst>
        </pc:spChg>
        <pc:spChg chg="mod">
          <ac:chgData name="Evgeny Solovyev" userId="bcfa930f-b6be-4bbb-aeb8-5203be9dadaa" providerId="ADAL" clId="{48D02D74-94F9-4B51-B4D4-321A578620E9}" dt="2022-12-14T06:58:02.689" v="1891" actId="1076"/>
          <ac:spMkLst>
            <pc:docMk/>
            <pc:sldMk cId="141122407" sldId="1269"/>
            <ac:spMk id="9" creationId="{F6C74683-D933-E15F-772E-93143446AD63}"/>
          </ac:spMkLst>
        </pc:spChg>
        <pc:picChg chg="mod">
          <ac:chgData name="Evgeny Solovyev" userId="bcfa930f-b6be-4bbb-aeb8-5203be9dadaa" providerId="ADAL" clId="{48D02D74-94F9-4B51-B4D4-321A578620E9}" dt="2022-12-13T12:14:07.451" v="1511" actId="1076"/>
          <ac:picMkLst>
            <pc:docMk/>
            <pc:sldMk cId="141122407" sldId="1269"/>
            <ac:picMk id="10" creationId="{6BF4159F-AB5C-6916-BB90-F66A9B5D19AE}"/>
          </ac:picMkLst>
        </pc:picChg>
      </pc:sldChg>
      <pc:sldChg chg="addSp delSp modSp mod">
        <pc:chgData name="Evgeny Solovyev" userId="bcfa930f-b6be-4bbb-aeb8-5203be9dadaa" providerId="ADAL" clId="{48D02D74-94F9-4B51-B4D4-321A578620E9}" dt="2022-12-14T10:29:21.438" v="2333" actId="20577"/>
        <pc:sldMkLst>
          <pc:docMk/>
          <pc:sldMk cId="1310709096" sldId="1270"/>
        </pc:sldMkLst>
        <pc:spChg chg="mod">
          <ac:chgData name="Evgeny Solovyev" userId="bcfa930f-b6be-4bbb-aeb8-5203be9dadaa" providerId="ADAL" clId="{48D02D74-94F9-4B51-B4D4-321A578620E9}" dt="2022-12-14T10:29:21.438" v="2333" actId="20577"/>
          <ac:spMkLst>
            <pc:docMk/>
            <pc:sldMk cId="1310709096" sldId="1270"/>
            <ac:spMk id="2" creationId="{54E35933-F17E-A087-9F25-F071F15B990B}"/>
          </ac:spMkLst>
        </pc:spChg>
        <pc:spChg chg="mod">
          <ac:chgData name="Evgeny Solovyev" userId="bcfa930f-b6be-4bbb-aeb8-5203be9dadaa" providerId="ADAL" clId="{48D02D74-94F9-4B51-B4D4-321A578620E9}" dt="2022-12-14T07:29:39.410" v="2164" actId="14100"/>
          <ac:spMkLst>
            <pc:docMk/>
            <pc:sldMk cId="1310709096" sldId="1270"/>
            <ac:spMk id="39" creationId="{0B210789-81BE-044C-C383-80CCE14302CD}"/>
          </ac:spMkLst>
        </pc:spChg>
        <pc:spChg chg="mod">
          <ac:chgData name="Evgeny Solovyev" userId="bcfa930f-b6be-4bbb-aeb8-5203be9dadaa" providerId="ADAL" clId="{48D02D74-94F9-4B51-B4D4-321A578620E9}" dt="2022-12-14T10:25:58.320" v="2309" actId="404"/>
          <ac:spMkLst>
            <pc:docMk/>
            <pc:sldMk cId="1310709096" sldId="1270"/>
            <ac:spMk id="40" creationId="{60D2B8C0-E7D6-78CB-630E-621DBFD61E4B}"/>
          </ac:spMkLst>
        </pc:spChg>
        <pc:spChg chg="mod">
          <ac:chgData name="Evgeny Solovyev" userId="bcfa930f-b6be-4bbb-aeb8-5203be9dadaa" providerId="ADAL" clId="{48D02D74-94F9-4B51-B4D4-321A578620E9}" dt="2022-12-14T10:25:58.320" v="2309" actId="404"/>
          <ac:spMkLst>
            <pc:docMk/>
            <pc:sldMk cId="1310709096" sldId="1270"/>
            <ac:spMk id="41" creationId="{B4CCE588-E405-1226-4067-2B7E5C6D3E66}"/>
          </ac:spMkLst>
        </pc:spChg>
        <pc:spChg chg="mod">
          <ac:chgData name="Evgeny Solovyev" userId="bcfa930f-b6be-4bbb-aeb8-5203be9dadaa" providerId="ADAL" clId="{48D02D74-94F9-4B51-B4D4-321A578620E9}" dt="2022-12-14T10:28:35.713" v="2323" actId="1076"/>
          <ac:spMkLst>
            <pc:docMk/>
            <pc:sldMk cId="1310709096" sldId="1270"/>
            <ac:spMk id="42" creationId="{0B1476DC-6E5B-D7C1-CDD6-FAF8F8A6F658}"/>
          </ac:spMkLst>
        </pc:spChg>
        <pc:spChg chg="mod">
          <ac:chgData name="Evgeny Solovyev" userId="bcfa930f-b6be-4bbb-aeb8-5203be9dadaa" providerId="ADAL" clId="{48D02D74-94F9-4B51-B4D4-321A578620E9}" dt="2022-12-14T10:28:45.682" v="2324" actId="1076"/>
          <ac:spMkLst>
            <pc:docMk/>
            <pc:sldMk cId="1310709096" sldId="1270"/>
            <ac:spMk id="44" creationId="{DD59E6A9-554C-6209-61DB-0FFA53E2341B}"/>
          </ac:spMkLst>
        </pc:spChg>
        <pc:spChg chg="mod">
          <ac:chgData name="Evgeny Solovyev" userId="bcfa930f-b6be-4bbb-aeb8-5203be9dadaa" providerId="ADAL" clId="{48D02D74-94F9-4B51-B4D4-321A578620E9}" dt="2022-12-14T10:26:38.410" v="2316" actId="1076"/>
          <ac:spMkLst>
            <pc:docMk/>
            <pc:sldMk cId="1310709096" sldId="1270"/>
            <ac:spMk id="50" creationId="{CF8C6ECB-3102-199D-48E6-808C6B089293}"/>
          </ac:spMkLst>
        </pc:spChg>
        <pc:spChg chg="mod">
          <ac:chgData name="Evgeny Solovyev" userId="bcfa930f-b6be-4bbb-aeb8-5203be9dadaa" providerId="ADAL" clId="{48D02D74-94F9-4B51-B4D4-321A578620E9}" dt="2022-12-14T10:27:42.452" v="2322" actId="1076"/>
          <ac:spMkLst>
            <pc:docMk/>
            <pc:sldMk cId="1310709096" sldId="1270"/>
            <ac:spMk id="59" creationId="{053FD06C-33EC-7BA7-3B57-19209C4296A6}"/>
          </ac:spMkLst>
        </pc:spChg>
        <pc:picChg chg="add del mod">
          <ac:chgData name="Evgeny Solovyev" userId="bcfa930f-b6be-4bbb-aeb8-5203be9dadaa" providerId="ADAL" clId="{48D02D74-94F9-4B51-B4D4-321A578620E9}" dt="2022-12-14T10:26:21.965" v="2314" actId="1076"/>
          <ac:picMkLst>
            <pc:docMk/>
            <pc:sldMk cId="1310709096" sldId="1270"/>
            <ac:picMk id="38" creationId="{B4F1CD12-856C-401A-2445-7706B64F04A7}"/>
          </ac:picMkLst>
        </pc:picChg>
      </pc:sldChg>
      <pc:sldChg chg="modSp mod">
        <pc:chgData name="Evgeny Solovyev" userId="bcfa930f-b6be-4bbb-aeb8-5203be9dadaa" providerId="ADAL" clId="{48D02D74-94F9-4B51-B4D4-321A578620E9}" dt="2022-12-14T07:07:43.605" v="1968" actId="404"/>
        <pc:sldMkLst>
          <pc:docMk/>
          <pc:sldMk cId="3201937852" sldId="1271"/>
        </pc:sldMkLst>
        <pc:spChg chg="mod">
          <ac:chgData name="Evgeny Solovyev" userId="bcfa930f-b6be-4bbb-aeb8-5203be9dadaa" providerId="ADAL" clId="{48D02D74-94F9-4B51-B4D4-321A578620E9}" dt="2022-12-14T07:05:15.095" v="1917" actId="14100"/>
          <ac:spMkLst>
            <pc:docMk/>
            <pc:sldMk cId="3201937852" sldId="1271"/>
            <ac:spMk id="4" creationId="{45F7D420-2E18-D338-A482-9FB98833C23F}"/>
          </ac:spMkLst>
        </pc:spChg>
        <pc:spChg chg="mod">
          <ac:chgData name="Evgeny Solovyev" userId="bcfa930f-b6be-4bbb-aeb8-5203be9dadaa" providerId="ADAL" clId="{48D02D74-94F9-4B51-B4D4-321A578620E9}" dt="2022-12-14T07:04:56.120" v="1905" actId="1076"/>
          <ac:spMkLst>
            <pc:docMk/>
            <pc:sldMk cId="3201937852" sldId="1271"/>
            <ac:spMk id="5" creationId="{65349EAC-B3B0-D344-4CAE-4874AAC2FBDA}"/>
          </ac:spMkLst>
        </pc:spChg>
        <pc:spChg chg="mod">
          <ac:chgData name="Evgeny Solovyev" userId="bcfa930f-b6be-4bbb-aeb8-5203be9dadaa" providerId="ADAL" clId="{48D02D74-94F9-4B51-B4D4-321A578620E9}" dt="2022-12-14T07:05:27.126" v="1924" actId="20577"/>
          <ac:spMkLst>
            <pc:docMk/>
            <pc:sldMk cId="3201937852" sldId="1271"/>
            <ac:spMk id="6" creationId="{DBC2B877-22C9-068C-F5D9-DC35D4AF9EB1}"/>
          </ac:spMkLst>
        </pc:spChg>
        <pc:spChg chg="mod">
          <ac:chgData name="Evgeny Solovyev" userId="bcfa930f-b6be-4bbb-aeb8-5203be9dadaa" providerId="ADAL" clId="{48D02D74-94F9-4B51-B4D4-321A578620E9}" dt="2022-12-14T07:07:01.056" v="1961" actId="122"/>
          <ac:spMkLst>
            <pc:docMk/>
            <pc:sldMk cId="3201937852" sldId="1271"/>
            <ac:spMk id="7" creationId="{8E56643C-1B4A-AA89-363A-D2C464C4715D}"/>
          </ac:spMkLst>
        </pc:spChg>
        <pc:spChg chg="mod">
          <ac:chgData name="Evgeny Solovyev" userId="bcfa930f-b6be-4bbb-aeb8-5203be9dadaa" providerId="ADAL" clId="{48D02D74-94F9-4B51-B4D4-321A578620E9}" dt="2022-12-14T07:07:43.605" v="1968" actId="404"/>
          <ac:spMkLst>
            <pc:docMk/>
            <pc:sldMk cId="3201937852" sldId="1271"/>
            <ac:spMk id="12" creationId="{BF29B539-6E38-E540-FB16-33128ECF749A}"/>
          </ac:spMkLst>
        </pc:spChg>
        <pc:spChg chg="mod">
          <ac:chgData name="Evgeny Solovyev" userId="bcfa930f-b6be-4bbb-aeb8-5203be9dadaa" providerId="ADAL" clId="{48D02D74-94F9-4B51-B4D4-321A578620E9}" dt="2022-12-14T07:06:51.181" v="1958" actId="1076"/>
          <ac:spMkLst>
            <pc:docMk/>
            <pc:sldMk cId="3201937852" sldId="1271"/>
            <ac:spMk id="36" creationId="{03DEBF57-0C7F-410C-F4AD-B821098A1F98}"/>
          </ac:spMkLst>
        </pc:spChg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2642208443" sldId="1272"/>
        </pc:sldMkLst>
      </pc:sldChg>
      <pc:sldChg chg="addSp delSp del">
        <pc:chgData name="Evgeny Solovyev" userId="bcfa930f-b6be-4bbb-aeb8-5203be9dadaa" providerId="ADAL" clId="{48D02D74-94F9-4B51-B4D4-321A578620E9}" dt="2022-12-21T11:08:16.047" v="14363" actId="2696"/>
        <pc:sldMkLst>
          <pc:docMk/>
          <pc:sldMk cId="2145879295" sldId="1273"/>
        </pc:sldMkLst>
        <pc:picChg chg="add del">
          <ac:chgData name="Evgeny Solovyev" userId="bcfa930f-b6be-4bbb-aeb8-5203be9dadaa" providerId="ADAL" clId="{48D02D74-94F9-4B51-B4D4-321A578620E9}" dt="2022-12-21T09:43:45.679" v="14335" actId="478"/>
          <ac:picMkLst>
            <pc:docMk/>
            <pc:sldMk cId="2145879295" sldId="1273"/>
            <ac:picMk id="1026" creationId="{469779F2-F4C2-21FE-6443-F67C01CA0F38}"/>
          </ac:picMkLst>
        </pc:picChg>
      </pc:sldChg>
      <pc:sldChg chg="modSp mod modAnim">
        <pc:chgData name="Evgeny Solovyev" userId="bcfa930f-b6be-4bbb-aeb8-5203be9dadaa" providerId="ADAL" clId="{48D02D74-94F9-4B51-B4D4-321A578620E9}" dt="2022-12-14T18:11:22.618" v="3406" actId="552"/>
        <pc:sldMkLst>
          <pc:docMk/>
          <pc:sldMk cId="652482537" sldId="1275"/>
        </pc:sldMkLst>
        <pc:spChg chg="mod">
          <ac:chgData name="Evgeny Solovyev" userId="bcfa930f-b6be-4bbb-aeb8-5203be9dadaa" providerId="ADAL" clId="{48D02D74-94F9-4B51-B4D4-321A578620E9}" dt="2022-12-14T18:08:20.975" v="3328" actId="404"/>
          <ac:spMkLst>
            <pc:docMk/>
            <pc:sldMk cId="652482537" sldId="1275"/>
            <ac:spMk id="3" creationId="{F3AE101E-840D-0DD4-2161-A08EF3586A9B}"/>
          </ac:spMkLst>
        </pc:spChg>
        <pc:spChg chg="mod">
          <ac:chgData name="Evgeny Solovyev" userId="bcfa930f-b6be-4bbb-aeb8-5203be9dadaa" providerId="ADAL" clId="{48D02D74-94F9-4B51-B4D4-321A578620E9}" dt="2022-12-14T18:11:22.618" v="3406" actId="552"/>
          <ac:spMkLst>
            <pc:docMk/>
            <pc:sldMk cId="652482537" sldId="1275"/>
            <ac:spMk id="5" creationId="{7CE60810-F59B-0DCA-A765-D3A2CF443E31}"/>
          </ac:spMkLst>
        </pc:spChg>
        <pc:spChg chg="mod">
          <ac:chgData name="Evgeny Solovyev" userId="bcfa930f-b6be-4bbb-aeb8-5203be9dadaa" providerId="ADAL" clId="{48D02D74-94F9-4B51-B4D4-321A578620E9}" dt="2022-12-14T18:11:22.618" v="3406" actId="552"/>
          <ac:spMkLst>
            <pc:docMk/>
            <pc:sldMk cId="652482537" sldId="1275"/>
            <ac:spMk id="6" creationId="{70285FA7-418B-80AF-7DAF-45E1B6886DD6}"/>
          </ac:spMkLst>
        </pc:spChg>
        <pc:spChg chg="mod">
          <ac:chgData name="Evgeny Solovyev" userId="bcfa930f-b6be-4bbb-aeb8-5203be9dadaa" providerId="ADAL" clId="{48D02D74-94F9-4B51-B4D4-321A578620E9}" dt="2022-12-14T18:11:22.618" v="3406" actId="552"/>
          <ac:spMkLst>
            <pc:docMk/>
            <pc:sldMk cId="652482537" sldId="1275"/>
            <ac:spMk id="7" creationId="{F20F2C22-40AF-F63A-7DDD-A5C22BE1CF83}"/>
          </ac:spMkLst>
        </pc:spChg>
        <pc:spChg chg="mod">
          <ac:chgData name="Evgeny Solovyev" userId="bcfa930f-b6be-4bbb-aeb8-5203be9dadaa" providerId="ADAL" clId="{48D02D74-94F9-4B51-B4D4-321A578620E9}" dt="2022-12-14T18:08:15.790" v="3327" actId="404"/>
          <ac:spMkLst>
            <pc:docMk/>
            <pc:sldMk cId="652482537" sldId="1275"/>
            <ac:spMk id="8" creationId="{84E248C3-7EFA-1C5D-F22B-721BA48493B7}"/>
          </ac:spMkLst>
        </pc:spChg>
        <pc:spChg chg="mod">
          <ac:chgData name="Evgeny Solovyev" userId="bcfa930f-b6be-4bbb-aeb8-5203be9dadaa" providerId="ADAL" clId="{48D02D74-94F9-4B51-B4D4-321A578620E9}" dt="2022-12-14T18:11:22.618" v="3406" actId="552"/>
          <ac:spMkLst>
            <pc:docMk/>
            <pc:sldMk cId="652482537" sldId="1275"/>
            <ac:spMk id="9" creationId="{A99826FF-769B-CA97-6BF7-665B977A62E9}"/>
          </ac:spMkLst>
        </pc:spChg>
        <pc:spChg chg="mod">
          <ac:chgData name="Evgeny Solovyev" userId="bcfa930f-b6be-4bbb-aeb8-5203be9dadaa" providerId="ADAL" clId="{48D02D74-94F9-4B51-B4D4-321A578620E9}" dt="2022-12-14T18:11:22.618" v="3406" actId="552"/>
          <ac:spMkLst>
            <pc:docMk/>
            <pc:sldMk cId="652482537" sldId="1275"/>
            <ac:spMk id="10" creationId="{A3483206-8123-BD47-3D62-492A883DF4EA}"/>
          </ac:spMkLst>
        </pc:spChg>
        <pc:spChg chg="mod">
          <ac:chgData name="Evgeny Solovyev" userId="bcfa930f-b6be-4bbb-aeb8-5203be9dadaa" providerId="ADAL" clId="{48D02D74-94F9-4B51-B4D4-321A578620E9}" dt="2022-12-14T18:11:22.618" v="3406" actId="552"/>
          <ac:spMkLst>
            <pc:docMk/>
            <pc:sldMk cId="652482537" sldId="1275"/>
            <ac:spMk id="11" creationId="{F6AD99D4-355E-9E7F-2ED5-A5DEAD1CCC00}"/>
          </ac:spMkLst>
        </pc:spChg>
        <pc:spChg chg="mod">
          <ac:chgData name="Evgeny Solovyev" userId="bcfa930f-b6be-4bbb-aeb8-5203be9dadaa" providerId="ADAL" clId="{48D02D74-94F9-4B51-B4D4-321A578620E9}" dt="2022-12-14T18:10:05.621" v="3387" actId="1076"/>
          <ac:spMkLst>
            <pc:docMk/>
            <pc:sldMk cId="652482537" sldId="1275"/>
            <ac:spMk id="12" creationId="{F073E4CD-2C1E-264A-387C-FF084E6D1704}"/>
          </ac:spMkLst>
        </pc:spChg>
        <pc:spChg chg="mod">
          <ac:chgData name="Evgeny Solovyev" userId="bcfa930f-b6be-4bbb-aeb8-5203be9dadaa" providerId="ADAL" clId="{48D02D74-94F9-4B51-B4D4-321A578620E9}" dt="2022-12-14T18:11:22.618" v="3406" actId="552"/>
          <ac:spMkLst>
            <pc:docMk/>
            <pc:sldMk cId="652482537" sldId="1275"/>
            <ac:spMk id="14" creationId="{7402DDA4-D5FF-33EE-681A-4414312D2640}"/>
          </ac:spMkLst>
        </pc:spChg>
        <pc:picChg chg="mod">
          <ac:chgData name="Evgeny Solovyev" userId="bcfa930f-b6be-4bbb-aeb8-5203be9dadaa" providerId="ADAL" clId="{48D02D74-94F9-4B51-B4D4-321A578620E9}" dt="2022-12-14T17:59:37.101" v="3286" actId="1076"/>
          <ac:picMkLst>
            <pc:docMk/>
            <pc:sldMk cId="652482537" sldId="1275"/>
            <ac:picMk id="15" creationId="{6BF9CE25-34C7-F6DA-583D-B2A482E05A67}"/>
          </ac:picMkLst>
        </pc:picChg>
        <pc:picChg chg="mod">
          <ac:chgData name="Evgeny Solovyev" userId="bcfa930f-b6be-4bbb-aeb8-5203be9dadaa" providerId="ADAL" clId="{48D02D74-94F9-4B51-B4D4-321A578620E9}" dt="2022-12-14T17:59:37.101" v="3286" actId="1076"/>
          <ac:picMkLst>
            <pc:docMk/>
            <pc:sldMk cId="652482537" sldId="1275"/>
            <ac:picMk id="16" creationId="{5D093841-CD51-2AD8-593A-17000A934BC6}"/>
          </ac:picMkLst>
        </pc:picChg>
        <pc:picChg chg="mod">
          <ac:chgData name="Evgeny Solovyev" userId="bcfa930f-b6be-4bbb-aeb8-5203be9dadaa" providerId="ADAL" clId="{48D02D74-94F9-4B51-B4D4-321A578620E9}" dt="2022-12-14T17:59:37.101" v="3286" actId="1076"/>
          <ac:picMkLst>
            <pc:docMk/>
            <pc:sldMk cId="652482537" sldId="1275"/>
            <ac:picMk id="17" creationId="{C2972B11-1B21-4C50-2707-739B4657176F}"/>
          </ac:picMkLst>
        </pc:picChg>
        <pc:picChg chg="mod">
          <ac:chgData name="Evgeny Solovyev" userId="bcfa930f-b6be-4bbb-aeb8-5203be9dadaa" providerId="ADAL" clId="{48D02D74-94F9-4B51-B4D4-321A578620E9}" dt="2022-12-14T18:08:58.040" v="3334" actId="1076"/>
          <ac:picMkLst>
            <pc:docMk/>
            <pc:sldMk cId="652482537" sldId="1275"/>
            <ac:picMk id="18" creationId="{64513062-9727-3905-DDF4-97D512339A0F}"/>
          </ac:picMkLst>
        </pc:picChg>
        <pc:picChg chg="mod">
          <ac:chgData name="Evgeny Solovyev" userId="bcfa930f-b6be-4bbb-aeb8-5203be9dadaa" providerId="ADAL" clId="{48D02D74-94F9-4B51-B4D4-321A578620E9}" dt="2022-12-14T18:08:58.040" v="3334" actId="1076"/>
          <ac:picMkLst>
            <pc:docMk/>
            <pc:sldMk cId="652482537" sldId="1275"/>
            <ac:picMk id="19" creationId="{CF2491E2-1424-3CF8-7A66-A39F367C4324}"/>
          </ac:picMkLst>
        </pc:picChg>
        <pc:picChg chg="mod">
          <ac:chgData name="Evgeny Solovyev" userId="bcfa930f-b6be-4bbb-aeb8-5203be9dadaa" providerId="ADAL" clId="{48D02D74-94F9-4B51-B4D4-321A578620E9}" dt="2022-12-14T18:08:58.040" v="3334" actId="1076"/>
          <ac:picMkLst>
            <pc:docMk/>
            <pc:sldMk cId="652482537" sldId="1275"/>
            <ac:picMk id="20" creationId="{115000AF-7DA8-1A86-2C95-42861C86BEC5}"/>
          </ac:picMkLst>
        </pc:picChg>
      </pc:sldChg>
      <pc:sldChg chg="del">
        <pc:chgData name="Evgeny Solovyev" userId="bcfa930f-b6be-4bbb-aeb8-5203be9dadaa" providerId="ADAL" clId="{48D02D74-94F9-4B51-B4D4-321A578620E9}" dt="2022-12-21T05:26:27.044" v="14333" actId="2696"/>
        <pc:sldMkLst>
          <pc:docMk/>
          <pc:sldMk cId="3387136603" sldId="1276"/>
        </pc:sldMkLst>
      </pc:sldChg>
      <pc:sldChg chg="del">
        <pc:chgData name="Evgeny Solovyev" userId="bcfa930f-b6be-4bbb-aeb8-5203be9dadaa" providerId="ADAL" clId="{48D02D74-94F9-4B51-B4D4-321A578620E9}" dt="2022-12-21T05:26:27.044" v="14333" actId="2696"/>
        <pc:sldMkLst>
          <pc:docMk/>
          <pc:sldMk cId="3913448646" sldId="1277"/>
        </pc:sldMkLst>
      </pc:sldChg>
      <pc:sldChg chg="addSp modSp mod modAnim">
        <pc:chgData name="Evgeny Solovyev" userId="bcfa930f-b6be-4bbb-aeb8-5203be9dadaa" providerId="ADAL" clId="{48D02D74-94F9-4B51-B4D4-321A578620E9}" dt="2022-12-14T07:26:22.943" v="2115" actId="14100"/>
        <pc:sldMkLst>
          <pc:docMk/>
          <pc:sldMk cId="1446865605" sldId="1278"/>
        </pc:sldMkLst>
        <pc:spChg chg="add mod">
          <ac:chgData name="Evgeny Solovyev" userId="bcfa930f-b6be-4bbb-aeb8-5203be9dadaa" providerId="ADAL" clId="{48D02D74-94F9-4B51-B4D4-321A578620E9}" dt="2022-12-14T07:09:20.733" v="1977" actId="1076"/>
          <ac:spMkLst>
            <pc:docMk/>
            <pc:sldMk cId="1446865605" sldId="1278"/>
            <ac:spMk id="2" creationId="{A989289A-7D2D-DD62-FE5E-6A26EAEB0A55}"/>
          </ac:spMkLst>
        </pc:spChg>
        <pc:spChg chg="mod">
          <ac:chgData name="Evgeny Solovyev" userId="bcfa930f-b6be-4bbb-aeb8-5203be9dadaa" providerId="ADAL" clId="{48D02D74-94F9-4B51-B4D4-321A578620E9}" dt="2022-12-14T07:26:13.448" v="2113" actId="20577"/>
          <ac:spMkLst>
            <pc:docMk/>
            <pc:sldMk cId="1446865605" sldId="1278"/>
            <ac:spMk id="3" creationId="{B10A0C75-6564-ADD6-BD9E-7C420DFAB89C}"/>
          </ac:spMkLst>
        </pc:spChg>
        <pc:spChg chg="mod">
          <ac:chgData name="Evgeny Solovyev" userId="bcfa930f-b6be-4bbb-aeb8-5203be9dadaa" providerId="ADAL" clId="{48D02D74-94F9-4B51-B4D4-321A578620E9}" dt="2022-12-14T07:25:48.897" v="2110" actId="1076"/>
          <ac:spMkLst>
            <pc:docMk/>
            <pc:sldMk cId="1446865605" sldId="1278"/>
            <ac:spMk id="4" creationId="{45F7D420-2E18-D338-A482-9FB98833C23F}"/>
          </ac:spMkLst>
        </pc:spChg>
        <pc:spChg chg="mod">
          <ac:chgData name="Evgeny Solovyev" userId="bcfa930f-b6be-4bbb-aeb8-5203be9dadaa" providerId="ADAL" clId="{48D02D74-94F9-4B51-B4D4-321A578620E9}" dt="2022-12-14T07:24:57.677" v="2107" actId="1076"/>
          <ac:spMkLst>
            <pc:docMk/>
            <pc:sldMk cId="1446865605" sldId="1278"/>
            <ac:spMk id="5" creationId="{65349EAC-B3B0-D344-4CAE-4874AAC2FBDA}"/>
          </ac:spMkLst>
        </pc:spChg>
        <pc:spChg chg="mod">
          <ac:chgData name="Evgeny Solovyev" userId="bcfa930f-b6be-4bbb-aeb8-5203be9dadaa" providerId="ADAL" clId="{48D02D74-94F9-4B51-B4D4-321A578620E9}" dt="2022-12-14T07:15:49.815" v="2066" actId="1076"/>
          <ac:spMkLst>
            <pc:docMk/>
            <pc:sldMk cId="1446865605" sldId="1278"/>
            <ac:spMk id="6" creationId="{DBC2B877-22C9-068C-F5D9-DC35D4AF9EB1}"/>
          </ac:spMkLst>
        </pc:spChg>
        <pc:spChg chg="mod">
          <ac:chgData name="Evgeny Solovyev" userId="bcfa930f-b6be-4bbb-aeb8-5203be9dadaa" providerId="ADAL" clId="{48D02D74-94F9-4B51-B4D4-321A578620E9}" dt="2022-12-14T07:24:04.245" v="2101" actId="14100"/>
          <ac:spMkLst>
            <pc:docMk/>
            <pc:sldMk cId="1446865605" sldId="1278"/>
            <ac:spMk id="7" creationId="{8E56643C-1B4A-AA89-363A-D2C464C4715D}"/>
          </ac:spMkLst>
        </pc:spChg>
        <pc:spChg chg="mod">
          <ac:chgData name="Evgeny Solovyev" userId="bcfa930f-b6be-4bbb-aeb8-5203be9dadaa" providerId="ADAL" clId="{48D02D74-94F9-4B51-B4D4-321A578620E9}" dt="2022-12-14T07:13:12.609" v="2026" actId="1076"/>
          <ac:spMkLst>
            <pc:docMk/>
            <pc:sldMk cId="1446865605" sldId="1278"/>
            <ac:spMk id="12" creationId="{BF29B539-6E38-E540-FB16-33128ECF749A}"/>
          </ac:spMkLst>
        </pc:spChg>
        <pc:spChg chg="mod">
          <ac:chgData name="Evgeny Solovyev" userId="bcfa930f-b6be-4bbb-aeb8-5203be9dadaa" providerId="ADAL" clId="{48D02D74-94F9-4B51-B4D4-321A578620E9}" dt="2022-12-14T07:14:11.258" v="2053" actId="404"/>
          <ac:spMkLst>
            <pc:docMk/>
            <pc:sldMk cId="1446865605" sldId="1278"/>
            <ac:spMk id="20" creationId="{A90B467B-64BB-DDCC-3D4F-6A2D38AE3720}"/>
          </ac:spMkLst>
        </pc:spChg>
        <pc:spChg chg="mod">
          <ac:chgData name="Evgeny Solovyev" userId="bcfa930f-b6be-4bbb-aeb8-5203be9dadaa" providerId="ADAL" clId="{48D02D74-94F9-4B51-B4D4-321A578620E9}" dt="2022-12-14T07:25:38.706" v="2109" actId="1076"/>
          <ac:spMkLst>
            <pc:docMk/>
            <pc:sldMk cId="1446865605" sldId="1278"/>
            <ac:spMk id="21" creationId="{8564F86A-CF79-3205-DE0D-58D53E046489}"/>
          </ac:spMkLst>
        </pc:spChg>
        <pc:spChg chg="mod">
          <ac:chgData name="Evgeny Solovyev" userId="bcfa930f-b6be-4bbb-aeb8-5203be9dadaa" providerId="ADAL" clId="{48D02D74-94F9-4B51-B4D4-321A578620E9}" dt="2022-12-14T07:24:17.025" v="2103" actId="1076"/>
          <ac:spMkLst>
            <pc:docMk/>
            <pc:sldMk cId="1446865605" sldId="1278"/>
            <ac:spMk id="24" creationId="{4CC63CF2-9398-6204-0AD0-BD127B1D8719}"/>
          </ac:spMkLst>
        </pc:spChg>
        <pc:spChg chg="mod">
          <ac:chgData name="Evgeny Solovyev" userId="bcfa930f-b6be-4bbb-aeb8-5203be9dadaa" providerId="ADAL" clId="{48D02D74-94F9-4B51-B4D4-321A578620E9}" dt="2022-12-14T07:25:27.060" v="2108" actId="554"/>
          <ac:spMkLst>
            <pc:docMk/>
            <pc:sldMk cId="1446865605" sldId="1278"/>
            <ac:spMk id="28" creationId="{23F4CB01-84E6-734A-034C-8E3FF5223402}"/>
          </ac:spMkLst>
        </pc:spChg>
        <pc:spChg chg="mod">
          <ac:chgData name="Evgeny Solovyev" userId="bcfa930f-b6be-4bbb-aeb8-5203be9dadaa" providerId="ADAL" clId="{48D02D74-94F9-4B51-B4D4-321A578620E9}" dt="2022-12-14T07:25:27.060" v="2108" actId="554"/>
          <ac:spMkLst>
            <pc:docMk/>
            <pc:sldMk cId="1446865605" sldId="1278"/>
            <ac:spMk id="29" creationId="{10B82AFD-A2F6-6E23-0AC1-A83EBC98C30D}"/>
          </ac:spMkLst>
        </pc:spChg>
        <pc:picChg chg="mod">
          <ac:chgData name="Evgeny Solovyev" userId="bcfa930f-b6be-4bbb-aeb8-5203be9dadaa" providerId="ADAL" clId="{48D02D74-94F9-4B51-B4D4-321A578620E9}" dt="2022-12-14T07:26:22.943" v="2115" actId="14100"/>
          <ac:picMkLst>
            <pc:docMk/>
            <pc:sldMk cId="1446865605" sldId="1278"/>
            <ac:picMk id="8" creationId="{92AE8F4C-652C-2AD9-30BC-9C1B096474E4}"/>
          </ac:picMkLst>
        </pc:picChg>
        <pc:picChg chg="mod">
          <ac:chgData name="Evgeny Solovyev" userId="bcfa930f-b6be-4bbb-aeb8-5203be9dadaa" providerId="ADAL" clId="{48D02D74-94F9-4B51-B4D4-321A578620E9}" dt="2022-12-14T07:24:25.794" v="2105" actId="14100"/>
          <ac:picMkLst>
            <pc:docMk/>
            <pc:sldMk cId="1446865605" sldId="1278"/>
            <ac:picMk id="11" creationId="{9BEDD3F5-0D34-3158-5EB7-AA0CBF1DFE19}"/>
          </ac:picMkLst>
        </pc:picChg>
        <pc:picChg chg="mod">
          <ac:chgData name="Evgeny Solovyev" userId="bcfa930f-b6be-4bbb-aeb8-5203be9dadaa" providerId="ADAL" clId="{48D02D74-94F9-4B51-B4D4-321A578620E9}" dt="2022-12-14T07:22:46.020" v="2090" actId="14100"/>
          <ac:picMkLst>
            <pc:docMk/>
            <pc:sldMk cId="1446865605" sldId="1278"/>
            <ac:picMk id="5122" creationId="{6CD1EB58-303C-7113-CBBA-6BB059A414A7}"/>
          </ac:picMkLst>
        </pc:picChg>
      </pc:sldChg>
      <pc:sldChg chg="del">
        <pc:chgData name="Evgeny Solovyev" userId="bcfa930f-b6be-4bbb-aeb8-5203be9dadaa" providerId="ADAL" clId="{48D02D74-94F9-4B51-B4D4-321A578620E9}" dt="2022-12-21T05:26:27.044" v="14333" actId="2696"/>
        <pc:sldMkLst>
          <pc:docMk/>
          <pc:sldMk cId="2551282813" sldId="1279"/>
        </pc:sldMkLst>
      </pc:sldChg>
      <pc:sldChg chg="modSp mod">
        <pc:chgData name="Evgeny Solovyev" userId="bcfa930f-b6be-4bbb-aeb8-5203be9dadaa" providerId="ADAL" clId="{48D02D74-94F9-4B51-B4D4-321A578620E9}" dt="2022-12-14T17:29:25.515" v="2980" actId="1076"/>
        <pc:sldMkLst>
          <pc:docMk/>
          <pc:sldMk cId="3337966976" sldId="1280"/>
        </pc:sldMkLst>
        <pc:spChg chg="mod">
          <ac:chgData name="Evgeny Solovyev" userId="bcfa930f-b6be-4bbb-aeb8-5203be9dadaa" providerId="ADAL" clId="{48D02D74-94F9-4B51-B4D4-321A578620E9}" dt="2022-12-14T10:30:31.746" v="2380" actId="20577"/>
          <ac:spMkLst>
            <pc:docMk/>
            <pc:sldMk cId="3337966976" sldId="1280"/>
            <ac:spMk id="2" creationId="{54E35933-F17E-A087-9F25-F071F15B990B}"/>
          </ac:spMkLst>
        </pc:spChg>
        <pc:graphicFrameChg chg="mod modGraphic">
          <ac:chgData name="Evgeny Solovyev" userId="bcfa930f-b6be-4bbb-aeb8-5203be9dadaa" providerId="ADAL" clId="{48D02D74-94F9-4B51-B4D4-321A578620E9}" dt="2022-12-14T17:29:25.515" v="2980" actId="1076"/>
          <ac:graphicFrameMkLst>
            <pc:docMk/>
            <pc:sldMk cId="3337966976" sldId="1280"/>
            <ac:graphicFrameMk id="9" creationId="{0CA4BB4F-1BE1-F42D-6A44-2AF139D48473}"/>
          </ac:graphicFrameMkLst>
        </pc:graphicFrameChg>
      </pc:sldChg>
      <pc:sldChg chg="del ord">
        <pc:chgData name="Evgeny Solovyev" userId="bcfa930f-b6be-4bbb-aeb8-5203be9dadaa" providerId="ADAL" clId="{48D02D74-94F9-4B51-B4D4-321A578620E9}" dt="2022-12-21T05:22:46.696" v="14330" actId="47"/>
        <pc:sldMkLst>
          <pc:docMk/>
          <pc:sldMk cId="658544031" sldId="1281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1057768005" sldId="1282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325762096" sldId="1283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268302618" sldId="1284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2144265271" sldId="1285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103666310" sldId="1286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1755490887" sldId="1287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163050346" sldId="1288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3725223252" sldId="1289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454158758" sldId="1290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3859947994" sldId="1291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1050105257" sldId="1292"/>
        </pc:sldMkLst>
      </pc:sldChg>
      <pc:sldChg chg="del">
        <pc:chgData name="Evgeny Solovyev" userId="bcfa930f-b6be-4bbb-aeb8-5203be9dadaa" providerId="ADAL" clId="{48D02D74-94F9-4B51-B4D4-321A578620E9}" dt="2022-12-21T05:22:46.696" v="14330" actId="47"/>
        <pc:sldMkLst>
          <pc:docMk/>
          <pc:sldMk cId="957699712" sldId="1293"/>
        </pc:sldMkLst>
      </pc:sldChg>
      <pc:sldChg chg="modSp mod ord modAnim">
        <pc:chgData name="Evgeny Solovyev" userId="bcfa930f-b6be-4bbb-aeb8-5203be9dadaa" providerId="ADAL" clId="{48D02D74-94F9-4B51-B4D4-321A578620E9}" dt="2022-12-14T18:21:39.554" v="3727" actId="20577"/>
        <pc:sldMkLst>
          <pc:docMk/>
          <pc:sldMk cId="3504135430" sldId="1294"/>
        </pc:sldMkLst>
        <pc:spChg chg="mod">
          <ac:chgData name="Evgeny Solovyev" userId="bcfa930f-b6be-4bbb-aeb8-5203be9dadaa" providerId="ADAL" clId="{48D02D74-94F9-4B51-B4D4-321A578620E9}" dt="2022-12-14T18:12:35.421" v="3460" actId="14100"/>
          <ac:spMkLst>
            <pc:docMk/>
            <pc:sldMk cId="3504135430" sldId="1294"/>
            <ac:spMk id="2" creationId="{0170ADF1-28E1-A38E-B946-68AA4E254ACC}"/>
          </ac:spMkLst>
        </pc:spChg>
        <pc:spChg chg="mod">
          <ac:chgData name="Evgeny Solovyev" userId="bcfa930f-b6be-4bbb-aeb8-5203be9dadaa" providerId="ADAL" clId="{48D02D74-94F9-4B51-B4D4-321A578620E9}" dt="2022-12-14T18:12:51.262" v="3462" actId="14100"/>
          <ac:spMkLst>
            <pc:docMk/>
            <pc:sldMk cId="3504135430" sldId="1294"/>
            <ac:spMk id="3" creationId="{CE7BB30D-F4B9-9D9C-4ECD-F0B2F0C2FF33}"/>
          </ac:spMkLst>
        </pc:spChg>
        <pc:spChg chg="mod">
          <ac:chgData name="Evgeny Solovyev" userId="bcfa930f-b6be-4bbb-aeb8-5203be9dadaa" providerId="ADAL" clId="{48D02D74-94F9-4B51-B4D4-321A578620E9}" dt="2022-12-14T18:12:48.251" v="3461" actId="1076"/>
          <ac:spMkLst>
            <pc:docMk/>
            <pc:sldMk cId="3504135430" sldId="1294"/>
            <ac:spMk id="5" creationId="{3DC3E6DF-5E93-84FF-A360-B844D0D4A481}"/>
          </ac:spMkLst>
        </pc:spChg>
        <pc:spChg chg="mod">
          <ac:chgData name="Evgeny Solovyev" userId="bcfa930f-b6be-4bbb-aeb8-5203be9dadaa" providerId="ADAL" clId="{48D02D74-94F9-4B51-B4D4-321A578620E9}" dt="2022-12-14T18:12:48.251" v="3461" actId="1076"/>
          <ac:spMkLst>
            <pc:docMk/>
            <pc:sldMk cId="3504135430" sldId="1294"/>
            <ac:spMk id="9" creationId="{167EA839-94BA-B231-142B-081D16736355}"/>
          </ac:spMkLst>
        </pc:spChg>
        <pc:spChg chg="mod">
          <ac:chgData name="Evgeny Solovyev" userId="bcfa930f-b6be-4bbb-aeb8-5203be9dadaa" providerId="ADAL" clId="{48D02D74-94F9-4B51-B4D4-321A578620E9}" dt="2022-12-14T18:15:59.918" v="3617" actId="6549"/>
          <ac:spMkLst>
            <pc:docMk/>
            <pc:sldMk cId="3504135430" sldId="1294"/>
            <ac:spMk id="10" creationId="{967ECF95-969A-B115-4B37-C4BF67D1A441}"/>
          </ac:spMkLst>
        </pc:spChg>
        <pc:spChg chg="mod">
          <ac:chgData name="Evgeny Solovyev" userId="bcfa930f-b6be-4bbb-aeb8-5203be9dadaa" providerId="ADAL" clId="{48D02D74-94F9-4B51-B4D4-321A578620E9}" dt="2022-12-14T18:15:54.677" v="3615" actId="14100"/>
          <ac:spMkLst>
            <pc:docMk/>
            <pc:sldMk cId="3504135430" sldId="1294"/>
            <ac:spMk id="12" creationId="{7A5865B8-1837-DC2D-B3B3-864FA1F418B8}"/>
          </ac:spMkLst>
        </pc:spChg>
        <pc:spChg chg="mod">
          <ac:chgData name="Evgeny Solovyev" userId="bcfa930f-b6be-4bbb-aeb8-5203be9dadaa" providerId="ADAL" clId="{48D02D74-94F9-4B51-B4D4-321A578620E9}" dt="2022-12-14T18:17:08.772" v="3640" actId="1076"/>
          <ac:spMkLst>
            <pc:docMk/>
            <pc:sldMk cId="3504135430" sldId="1294"/>
            <ac:spMk id="14" creationId="{22B69FAB-148E-F7D4-875D-9147DBC0C189}"/>
          </ac:spMkLst>
        </pc:spChg>
        <pc:spChg chg="mod">
          <ac:chgData name="Evgeny Solovyev" userId="bcfa930f-b6be-4bbb-aeb8-5203be9dadaa" providerId="ADAL" clId="{48D02D74-94F9-4B51-B4D4-321A578620E9}" dt="2022-12-14T18:18:45.738" v="3648" actId="1076"/>
          <ac:spMkLst>
            <pc:docMk/>
            <pc:sldMk cId="3504135430" sldId="1294"/>
            <ac:spMk id="15" creationId="{670E3BD2-008F-61FD-9F8A-1C4CD2F93B07}"/>
          </ac:spMkLst>
        </pc:spChg>
        <pc:spChg chg="mod">
          <ac:chgData name="Evgeny Solovyev" userId="bcfa930f-b6be-4bbb-aeb8-5203be9dadaa" providerId="ADAL" clId="{48D02D74-94F9-4B51-B4D4-321A578620E9}" dt="2022-12-14T18:19:50.228" v="3691" actId="6549"/>
          <ac:spMkLst>
            <pc:docMk/>
            <pc:sldMk cId="3504135430" sldId="1294"/>
            <ac:spMk id="16" creationId="{AF733C75-1272-859F-3595-FA01B05AF088}"/>
          </ac:spMkLst>
        </pc:spChg>
        <pc:spChg chg="mod">
          <ac:chgData name="Evgeny Solovyev" userId="bcfa930f-b6be-4bbb-aeb8-5203be9dadaa" providerId="ADAL" clId="{48D02D74-94F9-4B51-B4D4-321A578620E9}" dt="2022-12-14T18:21:39.554" v="3727" actId="20577"/>
          <ac:spMkLst>
            <pc:docMk/>
            <pc:sldMk cId="3504135430" sldId="1294"/>
            <ac:spMk id="22" creationId="{66ACDE08-C5A5-BD28-4483-721DC21E6FFF}"/>
          </ac:spMkLst>
        </pc:spChg>
        <pc:picChg chg="mod">
          <ac:chgData name="Evgeny Solovyev" userId="bcfa930f-b6be-4bbb-aeb8-5203be9dadaa" providerId="ADAL" clId="{48D02D74-94F9-4B51-B4D4-321A578620E9}" dt="2022-12-14T18:12:48.251" v="3461" actId="1076"/>
          <ac:picMkLst>
            <pc:docMk/>
            <pc:sldMk cId="3504135430" sldId="1294"/>
            <ac:picMk id="4" creationId="{00F84B9B-E8B7-3572-CF70-802FA7380109}"/>
          </ac:picMkLst>
        </pc:picChg>
        <pc:picChg chg="mod">
          <ac:chgData name="Evgeny Solovyev" userId="bcfa930f-b6be-4bbb-aeb8-5203be9dadaa" providerId="ADAL" clId="{48D02D74-94F9-4B51-B4D4-321A578620E9}" dt="2022-12-14T18:12:48.251" v="3461" actId="1076"/>
          <ac:picMkLst>
            <pc:docMk/>
            <pc:sldMk cId="3504135430" sldId="1294"/>
            <ac:picMk id="6" creationId="{C1100B8A-74D4-A2A3-3553-D4E83D254784}"/>
          </ac:picMkLst>
        </pc:picChg>
        <pc:picChg chg="mod">
          <ac:chgData name="Evgeny Solovyev" userId="bcfa930f-b6be-4bbb-aeb8-5203be9dadaa" providerId="ADAL" clId="{48D02D74-94F9-4B51-B4D4-321A578620E9}" dt="2022-12-14T18:12:48.251" v="3461" actId="1076"/>
          <ac:picMkLst>
            <pc:docMk/>
            <pc:sldMk cId="3504135430" sldId="1294"/>
            <ac:picMk id="8" creationId="{5E3D8504-FA68-EC23-D912-B0ED7628E011}"/>
          </ac:picMkLst>
        </pc:picChg>
        <pc:picChg chg="mod">
          <ac:chgData name="Evgeny Solovyev" userId="bcfa930f-b6be-4bbb-aeb8-5203be9dadaa" providerId="ADAL" clId="{48D02D74-94F9-4B51-B4D4-321A578620E9}" dt="2022-12-14T18:16:06.982" v="3619" actId="1076"/>
          <ac:picMkLst>
            <pc:docMk/>
            <pc:sldMk cId="3504135430" sldId="1294"/>
            <ac:picMk id="11" creationId="{60ED4487-F2C0-8CDD-E72C-330811C463FE}"/>
          </ac:picMkLst>
        </pc:picChg>
        <pc:picChg chg="mod">
          <ac:chgData name="Evgeny Solovyev" userId="bcfa930f-b6be-4bbb-aeb8-5203be9dadaa" providerId="ADAL" clId="{48D02D74-94F9-4B51-B4D4-321A578620E9}" dt="2022-12-14T18:16:10.145" v="3621" actId="1076"/>
          <ac:picMkLst>
            <pc:docMk/>
            <pc:sldMk cId="3504135430" sldId="1294"/>
            <ac:picMk id="13" creationId="{FC586B98-C347-9AA8-A8C6-C16D0473CD72}"/>
          </ac:picMkLst>
        </pc:picChg>
        <pc:picChg chg="mod">
          <ac:chgData name="Evgeny Solovyev" userId="bcfa930f-b6be-4bbb-aeb8-5203be9dadaa" providerId="ADAL" clId="{48D02D74-94F9-4B51-B4D4-321A578620E9}" dt="2022-12-14T18:19:56.322" v="3692" actId="1076"/>
          <ac:picMkLst>
            <pc:docMk/>
            <pc:sldMk cId="3504135430" sldId="1294"/>
            <ac:picMk id="17" creationId="{07C4A168-7A7C-C526-AE71-80FAF17A2ACD}"/>
          </ac:picMkLst>
        </pc:picChg>
        <pc:picChg chg="mod">
          <ac:chgData name="Evgeny Solovyev" userId="bcfa930f-b6be-4bbb-aeb8-5203be9dadaa" providerId="ADAL" clId="{48D02D74-94F9-4B51-B4D4-321A578620E9}" dt="2022-12-14T18:18:38.120" v="3646" actId="1076"/>
          <ac:picMkLst>
            <pc:docMk/>
            <pc:sldMk cId="3504135430" sldId="1294"/>
            <ac:picMk id="20" creationId="{8B200559-E793-AD62-96DA-BC37DC789440}"/>
          </ac:picMkLst>
        </pc:picChg>
        <pc:picChg chg="mod">
          <ac:chgData name="Evgeny Solovyev" userId="bcfa930f-b6be-4bbb-aeb8-5203be9dadaa" providerId="ADAL" clId="{48D02D74-94F9-4B51-B4D4-321A578620E9}" dt="2022-12-14T18:18:38.120" v="3646" actId="1076"/>
          <ac:picMkLst>
            <pc:docMk/>
            <pc:sldMk cId="3504135430" sldId="1294"/>
            <ac:picMk id="21" creationId="{FDC593C5-51A6-F34D-C50A-0617ECCAAC94}"/>
          </ac:picMkLst>
        </pc:picChg>
        <pc:picChg chg="mod">
          <ac:chgData name="Evgeny Solovyev" userId="bcfa930f-b6be-4bbb-aeb8-5203be9dadaa" providerId="ADAL" clId="{48D02D74-94F9-4B51-B4D4-321A578620E9}" dt="2022-12-14T18:16:08.463" v="3620" actId="1076"/>
          <ac:picMkLst>
            <pc:docMk/>
            <pc:sldMk cId="3504135430" sldId="1294"/>
            <ac:picMk id="2050" creationId="{14C99B34-A587-56DF-D59E-4E882305638A}"/>
          </ac:picMkLst>
        </pc:picChg>
        <pc:picChg chg="mod">
          <ac:chgData name="Evgeny Solovyev" userId="bcfa930f-b6be-4bbb-aeb8-5203be9dadaa" providerId="ADAL" clId="{48D02D74-94F9-4B51-B4D4-321A578620E9}" dt="2022-12-14T18:18:38.120" v="3646" actId="1076"/>
          <ac:picMkLst>
            <pc:docMk/>
            <pc:sldMk cId="3504135430" sldId="1294"/>
            <ac:picMk id="2056" creationId="{E2F7605A-20A3-CB01-F59C-E1ABA85E890F}"/>
          </ac:picMkLst>
        </pc:picChg>
      </pc:sldChg>
      <pc:sldChg chg="modSp mod">
        <pc:chgData name="Evgeny Solovyev" userId="bcfa930f-b6be-4bbb-aeb8-5203be9dadaa" providerId="ADAL" clId="{48D02D74-94F9-4B51-B4D4-321A578620E9}" dt="2022-12-15T11:38:33.206" v="4540" actId="1076"/>
        <pc:sldMkLst>
          <pc:docMk/>
          <pc:sldMk cId="2151225886" sldId="1295"/>
        </pc:sldMkLst>
        <pc:spChg chg="mod">
          <ac:chgData name="Evgeny Solovyev" userId="bcfa930f-b6be-4bbb-aeb8-5203be9dadaa" providerId="ADAL" clId="{48D02D74-94F9-4B51-B4D4-321A578620E9}" dt="2022-12-14T18:22:09.217" v="3745" actId="20577"/>
          <ac:spMkLst>
            <pc:docMk/>
            <pc:sldMk cId="2151225886" sldId="1295"/>
            <ac:spMk id="2" creationId="{544A107A-4D89-469A-E628-B1E125B8B516}"/>
          </ac:spMkLst>
        </pc:spChg>
        <pc:spChg chg="mod">
          <ac:chgData name="Evgeny Solovyev" userId="bcfa930f-b6be-4bbb-aeb8-5203be9dadaa" providerId="ADAL" clId="{48D02D74-94F9-4B51-B4D4-321A578620E9}" dt="2022-12-14T18:32:24.915" v="3853" actId="14100"/>
          <ac:spMkLst>
            <pc:docMk/>
            <pc:sldMk cId="2151225886" sldId="1295"/>
            <ac:spMk id="3" creationId="{49AEC8C3-91EF-FB5D-68F8-833765D37359}"/>
          </ac:spMkLst>
        </pc:spChg>
        <pc:spChg chg="mod">
          <ac:chgData name="Evgeny Solovyev" userId="bcfa930f-b6be-4bbb-aeb8-5203be9dadaa" providerId="ADAL" clId="{48D02D74-94F9-4B51-B4D4-321A578620E9}" dt="2022-12-15T11:38:33.206" v="4540" actId="1076"/>
          <ac:spMkLst>
            <pc:docMk/>
            <pc:sldMk cId="2151225886" sldId="1295"/>
            <ac:spMk id="6" creationId="{222B5A2F-B5B4-0BCE-8A81-A557F71946AE}"/>
          </ac:spMkLst>
        </pc:spChg>
        <pc:spChg chg="mod">
          <ac:chgData name="Evgeny Solovyev" userId="bcfa930f-b6be-4bbb-aeb8-5203be9dadaa" providerId="ADAL" clId="{48D02D74-94F9-4B51-B4D4-321A578620E9}" dt="2022-12-15T11:27:29.015" v="4088" actId="20577"/>
          <ac:spMkLst>
            <pc:docMk/>
            <pc:sldMk cId="2151225886" sldId="1295"/>
            <ac:spMk id="12" creationId="{992D2E1F-23AD-88B6-1AD6-51C7156E5DDD}"/>
          </ac:spMkLst>
        </pc:spChg>
        <pc:spChg chg="mod">
          <ac:chgData name="Evgeny Solovyev" userId="bcfa930f-b6be-4bbb-aeb8-5203be9dadaa" providerId="ADAL" clId="{48D02D74-94F9-4B51-B4D4-321A578620E9}" dt="2022-12-15T11:37:40.153" v="4532" actId="1076"/>
          <ac:spMkLst>
            <pc:docMk/>
            <pc:sldMk cId="2151225886" sldId="1295"/>
            <ac:spMk id="13" creationId="{9876A1FE-173C-7CE7-AB3A-4E805E494E9E}"/>
          </ac:spMkLst>
        </pc:spChg>
        <pc:spChg chg="mod">
          <ac:chgData name="Evgeny Solovyev" userId="bcfa930f-b6be-4bbb-aeb8-5203be9dadaa" providerId="ADAL" clId="{48D02D74-94F9-4B51-B4D4-321A578620E9}" dt="2022-12-15T11:37:49.203" v="4535" actId="1076"/>
          <ac:spMkLst>
            <pc:docMk/>
            <pc:sldMk cId="2151225886" sldId="1295"/>
            <ac:spMk id="15" creationId="{FF219978-583A-4FC5-A712-6C07889F5686}"/>
          </ac:spMkLst>
        </pc:spChg>
        <pc:spChg chg="mod">
          <ac:chgData name="Evgeny Solovyev" userId="bcfa930f-b6be-4bbb-aeb8-5203be9dadaa" providerId="ADAL" clId="{48D02D74-94F9-4B51-B4D4-321A578620E9}" dt="2022-12-15T11:37:43.980" v="4533" actId="1076"/>
          <ac:spMkLst>
            <pc:docMk/>
            <pc:sldMk cId="2151225886" sldId="1295"/>
            <ac:spMk id="17" creationId="{91847F7B-42E0-FA09-72EC-4B741277AB4E}"/>
          </ac:spMkLst>
        </pc:spChg>
        <pc:spChg chg="mod">
          <ac:chgData name="Evgeny Solovyev" userId="bcfa930f-b6be-4bbb-aeb8-5203be9dadaa" providerId="ADAL" clId="{48D02D74-94F9-4B51-B4D4-321A578620E9}" dt="2022-12-15T11:38:01.264" v="4537" actId="1076"/>
          <ac:spMkLst>
            <pc:docMk/>
            <pc:sldMk cId="2151225886" sldId="1295"/>
            <ac:spMk id="20" creationId="{8139348C-2278-C772-6547-0875A082D06A}"/>
          </ac:spMkLst>
        </pc:spChg>
        <pc:spChg chg="mod">
          <ac:chgData name="Evgeny Solovyev" userId="bcfa930f-b6be-4bbb-aeb8-5203be9dadaa" providerId="ADAL" clId="{48D02D74-94F9-4B51-B4D4-321A578620E9}" dt="2022-12-15T11:38:22.337" v="4539" actId="1076"/>
          <ac:spMkLst>
            <pc:docMk/>
            <pc:sldMk cId="2151225886" sldId="1295"/>
            <ac:spMk id="21" creationId="{B3CDABC2-B33E-CA1A-3ED9-22E7A95348EE}"/>
          </ac:spMkLst>
        </pc:spChg>
        <pc:spChg chg="mod">
          <ac:chgData name="Evgeny Solovyev" userId="bcfa930f-b6be-4bbb-aeb8-5203be9dadaa" providerId="ADAL" clId="{48D02D74-94F9-4B51-B4D4-321A578620E9}" dt="2022-12-15T11:38:22.337" v="4539" actId="1076"/>
          <ac:spMkLst>
            <pc:docMk/>
            <pc:sldMk cId="2151225886" sldId="1295"/>
            <ac:spMk id="24" creationId="{07A9F0DE-07D1-3406-47DE-0136680710B0}"/>
          </ac:spMkLst>
        </pc:spChg>
        <pc:picChg chg="mod">
          <ac:chgData name="Evgeny Solovyev" userId="bcfa930f-b6be-4bbb-aeb8-5203be9dadaa" providerId="ADAL" clId="{48D02D74-94F9-4B51-B4D4-321A578620E9}" dt="2022-12-14T18:59:28.335" v="4055" actId="1076"/>
          <ac:picMkLst>
            <pc:docMk/>
            <pc:sldMk cId="2151225886" sldId="1295"/>
            <ac:picMk id="5" creationId="{57D621AB-1D82-34A9-28D5-526C024441E5}"/>
          </ac:picMkLst>
        </pc:picChg>
        <pc:picChg chg="mod">
          <ac:chgData name="Evgeny Solovyev" userId="bcfa930f-b6be-4bbb-aeb8-5203be9dadaa" providerId="ADAL" clId="{48D02D74-94F9-4B51-B4D4-321A578620E9}" dt="2022-12-14T18:59:26.136" v="4054" actId="1076"/>
          <ac:picMkLst>
            <pc:docMk/>
            <pc:sldMk cId="2151225886" sldId="1295"/>
            <ac:picMk id="10" creationId="{3E96743B-6D9B-B890-95DF-CEB1B98F8C12}"/>
          </ac:picMkLst>
        </pc:picChg>
        <pc:picChg chg="mod">
          <ac:chgData name="Evgeny Solovyev" userId="bcfa930f-b6be-4bbb-aeb8-5203be9dadaa" providerId="ADAL" clId="{48D02D74-94F9-4B51-B4D4-321A578620E9}" dt="2022-12-14T18:59:26.136" v="4054" actId="1076"/>
          <ac:picMkLst>
            <pc:docMk/>
            <pc:sldMk cId="2151225886" sldId="1295"/>
            <ac:picMk id="11" creationId="{E447A97F-8906-4455-8B85-37768F9AB292}"/>
          </ac:picMkLst>
        </pc:picChg>
        <pc:picChg chg="mod">
          <ac:chgData name="Evgeny Solovyev" userId="bcfa930f-b6be-4bbb-aeb8-5203be9dadaa" providerId="ADAL" clId="{48D02D74-94F9-4B51-B4D4-321A578620E9}" dt="2022-12-15T11:37:40.153" v="4532" actId="1076"/>
          <ac:picMkLst>
            <pc:docMk/>
            <pc:sldMk cId="2151225886" sldId="1295"/>
            <ac:picMk id="14" creationId="{714A8779-F82E-13DA-4E7D-A7BFF41F8009}"/>
          </ac:picMkLst>
        </pc:picChg>
        <pc:picChg chg="mod">
          <ac:chgData name="Evgeny Solovyev" userId="bcfa930f-b6be-4bbb-aeb8-5203be9dadaa" providerId="ADAL" clId="{48D02D74-94F9-4B51-B4D4-321A578620E9}" dt="2022-12-15T11:37:45.866" v="4534" actId="1076"/>
          <ac:picMkLst>
            <pc:docMk/>
            <pc:sldMk cId="2151225886" sldId="1295"/>
            <ac:picMk id="16" creationId="{B10BC223-5F89-95E1-C020-65DF57837FBA}"/>
          </ac:picMkLst>
        </pc:picChg>
        <pc:picChg chg="mod">
          <ac:chgData name="Evgeny Solovyev" userId="bcfa930f-b6be-4bbb-aeb8-5203be9dadaa" providerId="ADAL" clId="{48D02D74-94F9-4B51-B4D4-321A578620E9}" dt="2022-12-15T11:37:54.716" v="4536" actId="1076"/>
          <ac:picMkLst>
            <pc:docMk/>
            <pc:sldMk cId="2151225886" sldId="1295"/>
            <ac:picMk id="18" creationId="{56B57C6B-1A93-533A-9C12-7150424F310E}"/>
          </ac:picMkLst>
        </pc:picChg>
        <pc:picChg chg="mod">
          <ac:chgData name="Evgeny Solovyev" userId="bcfa930f-b6be-4bbb-aeb8-5203be9dadaa" providerId="ADAL" clId="{48D02D74-94F9-4B51-B4D4-321A578620E9}" dt="2022-12-15T11:37:54.716" v="4536" actId="1076"/>
          <ac:picMkLst>
            <pc:docMk/>
            <pc:sldMk cId="2151225886" sldId="1295"/>
            <ac:picMk id="19" creationId="{1F7D8CF0-97B4-499C-F48E-52F3B42BE29A}"/>
          </ac:picMkLst>
        </pc:picChg>
        <pc:picChg chg="mod">
          <ac:chgData name="Evgeny Solovyev" userId="bcfa930f-b6be-4bbb-aeb8-5203be9dadaa" providerId="ADAL" clId="{48D02D74-94F9-4B51-B4D4-321A578620E9}" dt="2022-12-15T11:38:22.337" v="4539" actId="1076"/>
          <ac:picMkLst>
            <pc:docMk/>
            <pc:sldMk cId="2151225886" sldId="1295"/>
            <ac:picMk id="22" creationId="{4B7C9907-B5F7-84D1-9401-925D71BE4A0E}"/>
          </ac:picMkLst>
        </pc:picChg>
        <pc:picChg chg="mod">
          <ac:chgData name="Evgeny Solovyev" userId="bcfa930f-b6be-4bbb-aeb8-5203be9dadaa" providerId="ADAL" clId="{48D02D74-94F9-4B51-B4D4-321A578620E9}" dt="2022-12-15T11:38:22.337" v="4539" actId="1076"/>
          <ac:picMkLst>
            <pc:docMk/>
            <pc:sldMk cId="2151225886" sldId="1295"/>
            <ac:picMk id="23" creationId="{2CA38BEE-212B-18C2-F8BA-E28B11AAD84D}"/>
          </ac:picMkLst>
        </pc:picChg>
        <pc:picChg chg="mod">
          <ac:chgData name="Evgeny Solovyev" userId="bcfa930f-b6be-4bbb-aeb8-5203be9dadaa" providerId="ADAL" clId="{48D02D74-94F9-4B51-B4D4-321A578620E9}" dt="2022-12-15T11:38:22.337" v="4539" actId="1076"/>
          <ac:picMkLst>
            <pc:docMk/>
            <pc:sldMk cId="2151225886" sldId="1295"/>
            <ac:picMk id="25" creationId="{9DB36B1E-055B-B7A3-5947-5D0901A72AA7}"/>
          </ac:picMkLst>
        </pc:picChg>
        <pc:picChg chg="mod">
          <ac:chgData name="Evgeny Solovyev" userId="bcfa930f-b6be-4bbb-aeb8-5203be9dadaa" providerId="ADAL" clId="{48D02D74-94F9-4B51-B4D4-321A578620E9}" dt="2022-12-15T11:27:45.432" v="4091" actId="1076"/>
          <ac:picMkLst>
            <pc:docMk/>
            <pc:sldMk cId="2151225886" sldId="1295"/>
            <ac:picMk id="1030" creationId="{382900BB-328B-6697-BEDF-BC160739AF49}"/>
          </ac:picMkLst>
        </pc:picChg>
        <pc:picChg chg="mod">
          <ac:chgData name="Evgeny Solovyev" userId="bcfa930f-b6be-4bbb-aeb8-5203be9dadaa" providerId="ADAL" clId="{48D02D74-94F9-4B51-B4D4-321A578620E9}" dt="2022-12-15T11:37:40.153" v="4532" actId="1076"/>
          <ac:picMkLst>
            <pc:docMk/>
            <pc:sldMk cId="2151225886" sldId="1295"/>
            <ac:picMk id="1032" creationId="{5D99E0E9-8F39-65AE-BB1D-3CAE95D2FEA9}"/>
          </ac:picMkLst>
        </pc:picChg>
      </pc:sldChg>
      <pc:sldChg chg="modSp mod">
        <pc:chgData name="Evgeny Solovyev" userId="bcfa930f-b6be-4bbb-aeb8-5203be9dadaa" providerId="ADAL" clId="{48D02D74-94F9-4B51-B4D4-321A578620E9}" dt="2022-12-15T13:53:51.055" v="5412" actId="1076"/>
        <pc:sldMkLst>
          <pc:docMk/>
          <pc:sldMk cId="1420909132" sldId="1296"/>
        </pc:sldMkLst>
        <pc:spChg chg="mod">
          <ac:chgData name="Evgeny Solovyev" userId="bcfa930f-b6be-4bbb-aeb8-5203be9dadaa" providerId="ADAL" clId="{48D02D74-94F9-4B51-B4D4-321A578620E9}" dt="2022-12-15T11:38:51.131" v="4562" actId="20577"/>
          <ac:spMkLst>
            <pc:docMk/>
            <pc:sldMk cId="1420909132" sldId="1296"/>
            <ac:spMk id="2" creationId="{06DFF397-7C6D-F903-E0D9-F3CF01A5EBDA}"/>
          </ac:spMkLst>
        </pc:spChg>
        <pc:spChg chg="mod">
          <ac:chgData name="Evgeny Solovyev" userId="bcfa930f-b6be-4bbb-aeb8-5203be9dadaa" providerId="ADAL" clId="{48D02D74-94F9-4B51-B4D4-321A578620E9}" dt="2022-12-15T12:25:10.187" v="4775" actId="1076"/>
          <ac:spMkLst>
            <pc:docMk/>
            <pc:sldMk cId="1420909132" sldId="1296"/>
            <ac:spMk id="3" creationId="{144109CE-EEE5-9E51-9858-435CCF7AAF42}"/>
          </ac:spMkLst>
        </pc:spChg>
        <pc:spChg chg="mod">
          <ac:chgData name="Evgeny Solovyev" userId="bcfa930f-b6be-4bbb-aeb8-5203be9dadaa" providerId="ADAL" clId="{48D02D74-94F9-4B51-B4D4-321A578620E9}" dt="2022-12-15T13:44:14.249" v="4882" actId="122"/>
          <ac:spMkLst>
            <pc:docMk/>
            <pc:sldMk cId="1420909132" sldId="1296"/>
            <ac:spMk id="5" creationId="{C48D874B-9F5A-B2FD-6E36-49546F6CE07E}"/>
          </ac:spMkLst>
        </pc:spChg>
        <pc:spChg chg="mod">
          <ac:chgData name="Evgeny Solovyev" userId="bcfa930f-b6be-4bbb-aeb8-5203be9dadaa" providerId="ADAL" clId="{48D02D74-94F9-4B51-B4D4-321A578620E9}" dt="2022-12-15T13:45:02.254" v="4923" actId="20577"/>
          <ac:spMkLst>
            <pc:docMk/>
            <pc:sldMk cId="1420909132" sldId="1296"/>
            <ac:spMk id="6" creationId="{6C59C265-D721-70F6-B6B9-F67EB04769C2}"/>
          </ac:spMkLst>
        </pc:spChg>
        <pc:spChg chg="mod">
          <ac:chgData name="Evgeny Solovyev" userId="bcfa930f-b6be-4bbb-aeb8-5203be9dadaa" providerId="ADAL" clId="{48D02D74-94F9-4B51-B4D4-321A578620E9}" dt="2022-12-15T13:47:09.922" v="5007" actId="6549"/>
          <ac:spMkLst>
            <pc:docMk/>
            <pc:sldMk cId="1420909132" sldId="1296"/>
            <ac:spMk id="7" creationId="{3D78D95E-E320-AEC3-61ED-02FEEB533BD9}"/>
          </ac:spMkLst>
        </pc:spChg>
        <pc:spChg chg="mod">
          <ac:chgData name="Evgeny Solovyev" userId="bcfa930f-b6be-4bbb-aeb8-5203be9dadaa" providerId="ADAL" clId="{48D02D74-94F9-4B51-B4D4-321A578620E9}" dt="2022-12-15T13:49:43.643" v="5173" actId="20577"/>
          <ac:spMkLst>
            <pc:docMk/>
            <pc:sldMk cId="1420909132" sldId="1296"/>
            <ac:spMk id="8" creationId="{FA9027A0-1373-2175-2026-4D690D448CDC}"/>
          </ac:spMkLst>
        </pc:spChg>
        <pc:spChg chg="mod">
          <ac:chgData name="Evgeny Solovyev" userId="bcfa930f-b6be-4bbb-aeb8-5203be9dadaa" providerId="ADAL" clId="{48D02D74-94F9-4B51-B4D4-321A578620E9}" dt="2022-12-15T13:50:02.678" v="5215" actId="313"/>
          <ac:spMkLst>
            <pc:docMk/>
            <pc:sldMk cId="1420909132" sldId="1296"/>
            <ac:spMk id="9" creationId="{006253FE-F535-FB61-DE44-1121615DBFF9}"/>
          </ac:spMkLst>
        </pc:spChg>
        <pc:spChg chg="mod">
          <ac:chgData name="Evgeny Solovyev" userId="bcfa930f-b6be-4bbb-aeb8-5203be9dadaa" providerId="ADAL" clId="{48D02D74-94F9-4B51-B4D4-321A578620E9}" dt="2022-12-15T13:51:26.738" v="5324" actId="14100"/>
          <ac:spMkLst>
            <pc:docMk/>
            <pc:sldMk cId="1420909132" sldId="1296"/>
            <ac:spMk id="10" creationId="{7AE3F128-FA91-1875-D366-812B2F7CDAA3}"/>
          </ac:spMkLst>
        </pc:spChg>
        <pc:spChg chg="mod">
          <ac:chgData name="Evgeny Solovyev" userId="bcfa930f-b6be-4bbb-aeb8-5203be9dadaa" providerId="ADAL" clId="{48D02D74-94F9-4B51-B4D4-321A578620E9}" dt="2022-12-15T13:53:51.055" v="5412" actId="1076"/>
          <ac:spMkLst>
            <pc:docMk/>
            <pc:sldMk cId="1420909132" sldId="1296"/>
            <ac:spMk id="11" creationId="{570866A2-D1A7-D434-7B8E-09C5A4846741}"/>
          </ac:spMkLst>
        </pc:spChg>
        <pc:spChg chg="mod">
          <ac:chgData name="Evgeny Solovyev" userId="bcfa930f-b6be-4bbb-aeb8-5203be9dadaa" providerId="ADAL" clId="{48D02D74-94F9-4B51-B4D4-321A578620E9}" dt="2022-12-15T13:50:13.558" v="5216" actId="1076"/>
          <ac:spMkLst>
            <pc:docMk/>
            <pc:sldMk cId="1420909132" sldId="1296"/>
            <ac:spMk id="16" creationId="{1DD5FE2A-150B-D8EC-03E4-FE1A4E1EE68A}"/>
          </ac:spMkLst>
        </pc:spChg>
        <pc:spChg chg="mod">
          <ac:chgData name="Evgeny Solovyev" userId="bcfa930f-b6be-4bbb-aeb8-5203be9dadaa" providerId="ADAL" clId="{48D02D74-94F9-4B51-B4D4-321A578620E9}" dt="2022-12-15T13:52:03.400" v="5325"/>
          <ac:spMkLst>
            <pc:docMk/>
            <pc:sldMk cId="1420909132" sldId="1296"/>
            <ac:spMk id="17" creationId="{EEFAEAB0-9130-6011-FF43-6F0FF970A013}"/>
          </ac:spMkLst>
        </pc:spChg>
        <pc:spChg chg="mod">
          <ac:chgData name="Evgeny Solovyev" userId="bcfa930f-b6be-4bbb-aeb8-5203be9dadaa" providerId="ADAL" clId="{48D02D74-94F9-4B51-B4D4-321A578620E9}" dt="2022-12-15T13:52:07.425" v="5326"/>
          <ac:spMkLst>
            <pc:docMk/>
            <pc:sldMk cId="1420909132" sldId="1296"/>
            <ac:spMk id="18" creationId="{2251D700-0054-8C6D-1BA1-6D1FDCDF18E2}"/>
          </ac:spMkLst>
        </pc:spChg>
        <pc:spChg chg="mod">
          <ac:chgData name="Evgeny Solovyev" userId="bcfa930f-b6be-4bbb-aeb8-5203be9dadaa" providerId="ADAL" clId="{48D02D74-94F9-4B51-B4D4-321A578620E9}" dt="2022-12-15T13:52:12.263" v="5327"/>
          <ac:spMkLst>
            <pc:docMk/>
            <pc:sldMk cId="1420909132" sldId="1296"/>
            <ac:spMk id="19" creationId="{A54E4E52-5C6E-A74E-CCB6-05A480F257C5}"/>
          </ac:spMkLst>
        </pc:spChg>
        <pc:spChg chg="mod">
          <ac:chgData name="Evgeny Solovyev" userId="bcfa930f-b6be-4bbb-aeb8-5203be9dadaa" providerId="ADAL" clId="{48D02D74-94F9-4B51-B4D4-321A578620E9}" dt="2022-12-15T13:52:16.599" v="5328"/>
          <ac:spMkLst>
            <pc:docMk/>
            <pc:sldMk cId="1420909132" sldId="1296"/>
            <ac:spMk id="20" creationId="{48C4FD3B-1DBA-DF0D-C744-13F5EABDACAE}"/>
          </ac:spMkLst>
        </pc:spChg>
        <pc:spChg chg="mod">
          <ac:chgData name="Evgeny Solovyev" userId="bcfa930f-b6be-4bbb-aeb8-5203be9dadaa" providerId="ADAL" clId="{48D02D74-94F9-4B51-B4D4-321A578620E9}" dt="2022-12-15T13:47:28.471" v="5010" actId="1076"/>
          <ac:spMkLst>
            <pc:docMk/>
            <pc:sldMk cId="1420909132" sldId="1296"/>
            <ac:spMk id="22" creationId="{480EC036-4901-F3D4-9172-6B40DE90BCE7}"/>
          </ac:spMkLst>
        </pc:spChg>
        <pc:spChg chg="mod">
          <ac:chgData name="Evgeny Solovyev" userId="bcfa930f-b6be-4bbb-aeb8-5203be9dadaa" providerId="ADAL" clId="{48D02D74-94F9-4B51-B4D4-321A578620E9}" dt="2022-12-15T13:47:16.413" v="5008" actId="1076"/>
          <ac:spMkLst>
            <pc:docMk/>
            <pc:sldMk cId="1420909132" sldId="1296"/>
            <ac:spMk id="25" creationId="{138E4642-2E2D-5206-D681-F7C6F2FF9196}"/>
          </ac:spMkLst>
        </pc:spChg>
        <pc:spChg chg="mod">
          <ac:chgData name="Evgeny Solovyev" userId="bcfa930f-b6be-4bbb-aeb8-5203be9dadaa" providerId="ADAL" clId="{48D02D74-94F9-4B51-B4D4-321A578620E9}" dt="2022-12-15T13:49:23.507" v="5151" actId="1076"/>
          <ac:spMkLst>
            <pc:docMk/>
            <pc:sldMk cId="1420909132" sldId="1296"/>
            <ac:spMk id="29" creationId="{E5F3A06A-AD9E-A77F-AD43-4DFF1C80E896}"/>
          </ac:spMkLst>
        </pc:spChg>
        <pc:picChg chg="mod">
          <ac:chgData name="Evgeny Solovyev" userId="bcfa930f-b6be-4bbb-aeb8-5203be9dadaa" providerId="ADAL" clId="{48D02D74-94F9-4B51-B4D4-321A578620E9}" dt="2022-12-15T12:25:12.494" v="4776" actId="1076"/>
          <ac:picMkLst>
            <pc:docMk/>
            <pc:sldMk cId="1420909132" sldId="1296"/>
            <ac:picMk id="4" creationId="{84196D79-6560-4CB3-147C-BE19C9E194C5}"/>
          </ac:picMkLst>
        </pc:picChg>
        <pc:picChg chg="mod">
          <ac:chgData name="Evgeny Solovyev" userId="bcfa930f-b6be-4bbb-aeb8-5203be9dadaa" providerId="ADAL" clId="{48D02D74-94F9-4B51-B4D4-321A578620E9}" dt="2022-12-15T13:50:13.558" v="5216" actId="1076"/>
          <ac:picMkLst>
            <pc:docMk/>
            <pc:sldMk cId="1420909132" sldId="1296"/>
            <ac:picMk id="12" creationId="{A899A4EE-C94A-CBE4-C082-EB66F9607900}"/>
          </ac:picMkLst>
        </pc:picChg>
        <pc:picChg chg="mod">
          <ac:chgData name="Evgeny Solovyev" userId="bcfa930f-b6be-4bbb-aeb8-5203be9dadaa" providerId="ADAL" clId="{48D02D74-94F9-4B51-B4D4-321A578620E9}" dt="2022-12-15T13:50:13.558" v="5216" actId="1076"/>
          <ac:picMkLst>
            <pc:docMk/>
            <pc:sldMk cId="1420909132" sldId="1296"/>
            <ac:picMk id="13" creationId="{943E257F-B71B-5D54-DE22-952A18C3B67B}"/>
          </ac:picMkLst>
        </pc:picChg>
        <pc:picChg chg="mod">
          <ac:chgData name="Evgeny Solovyev" userId="bcfa930f-b6be-4bbb-aeb8-5203be9dadaa" providerId="ADAL" clId="{48D02D74-94F9-4B51-B4D4-321A578620E9}" dt="2022-12-15T13:50:13.558" v="5216" actId="1076"/>
          <ac:picMkLst>
            <pc:docMk/>
            <pc:sldMk cId="1420909132" sldId="1296"/>
            <ac:picMk id="14" creationId="{3B798B7D-BBE8-CE03-2DBA-AE50086FA545}"/>
          </ac:picMkLst>
        </pc:picChg>
        <pc:picChg chg="mod">
          <ac:chgData name="Evgeny Solovyev" userId="bcfa930f-b6be-4bbb-aeb8-5203be9dadaa" providerId="ADAL" clId="{48D02D74-94F9-4B51-B4D4-321A578620E9}" dt="2022-12-15T13:50:13.558" v="5216" actId="1076"/>
          <ac:picMkLst>
            <pc:docMk/>
            <pc:sldMk cId="1420909132" sldId="1296"/>
            <ac:picMk id="15" creationId="{29EC80CB-D76D-13B8-483A-891DB66548F5}"/>
          </ac:picMkLst>
        </pc:picChg>
        <pc:picChg chg="mod">
          <ac:chgData name="Evgeny Solovyev" userId="bcfa930f-b6be-4bbb-aeb8-5203be9dadaa" providerId="ADAL" clId="{48D02D74-94F9-4B51-B4D4-321A578620E9}" dt="2022-12-15T13:50:01.174" v="5214" actId="1076"/>
          <ac:picMkLst>
            <pc:docMk/>
            <pc:sldMk cId="1420909132" sldId="1296"/>
            <ac:picMk id="21" creationId="{F6507FBE-DEF9-7FC7-90BB-D9C1993D7549}"/>
          </ac:picMkLst>
        </pc:picChg>
        <pc:picChg chg="mod">
          <ac:chgData name="Evgeny Solovyev" userId="bcfa930f-b6be-4bbb-aeb8-5203be9dadaa" providerId="ADAL" clId="{48D02D74-94F9-4B51-B4D4-321A578620E9}" dt="2022-12-15T13:47:22.299" v="5009" actId="1076"/>
          <ac:picMkLst>
            <pc:docMk/>
            <pc:sldMk cId="1420909132" sldId="1296"/>
            <ac:picMk id="23" creationId="{35D7F75B-9F03-2485-FEB5-22F1A3B4DA88}"/>
          </ac:picMkLst>
        </pc:picChg>
        <pc:picChg chg="mod">
          <ac:chgData name="Evgeny Solovyev" userId="bcfa930f-b6be-4bbb-aeb8-5203be9dadaa" providerId="ADAL" clId="{48D02D74-94F9-4B51-B4D4-321A578620E9}" dt="2022-12-15T13:47:16.413" v="5008" actId="1076"/>
          <ac:picMkLst>
            <pc:docMk/>
            <pc:sldMk cId="1420909132" sldId="1296"/>
            <ac:picMk id="24" creationId="{D5E0E18E-26C3-4F91-A3E9-7A42BC70B2C5}"/>
          </ac:picMkLst>
        </pc:picChg>
        <pc:picChg chg="mod">
          <ac:chgData name="Evgeny Solovyev" userId="bcfa930f-b6be-4bbb-aeb8-5203be9dadaa" providerId="ADAL" clId="{48D02D74-94F9-4B51-B4D4-321A578620E9}" dt="2022-12-15T13:45:21.290" v="4924" actId="1076"/>
          <ac:picMkLst>
            <pc:docMk/>
            <pc:sldMk cId="1420909132" sldId="1296"/>
            <ac:picMk id="26" creationId="{A2E3D8F2-B4E3-542D-A1F8-B88E15FAC4C2}"/>
          </ac:picMkLst>
        </pc:picChg>
        <pc:picChg chg="mod">
          <ac:chgData name="Evgeny Solovyev" userId="bcfa930f-b6be-4bbb-aeb8-5203be9dadaa" providerId="ADAL" clId="{48D02D74-94F9-4B51-B4D4-321A578620E9}" dt="2022-12-15T13:50:13.558" v="5216" actId="1076"/>
          <ac:picMkLst>
            <pc:docMk/>
            <pc:sldMk cId="1420909132" sldId="1296"/>
            <ac:picMk id="27" creationId="{20B5B753-FE88-E4C8-4623-78434C86FC25}"/>
          </ac:picMkLst>
        </pc:picChg>
        <pc:picChg chg="mod">
          <ac:chgData name="Evgeny Solovyev" userId="bcfa930f-b6be-4bbb-aeb8-5203be9dadaa" providerId="ADAL" clId="{48D02D74-94F9-4B51-B4D4-321A578620E9}" dt="2022-12-15T13:49:23.507" v="5151" actId="1076"/>
          <ac:picMkLst>
            <pc:docMk/>
            <pc:sldMk cId="1420909132" sldId="1296"/>
            <ac:picMk id="28" creationId="{2014B7AE-CB06-51C1-C5EE-E1DBD049957C}"/>
          </ac:picMkLst>
        </pc:picChg>
      </pc:sldChg>
      <pc:sldChg chg="modSp mod">
        <pc:chgData name="Evgeny Solovyev" userId="bcfa930f-b6be-4bbb-aeb8-5203be9dadaa" providerId="ADAL" clId="{48D02D74-94F9-4B51-B4D4-321A578620E9}" dt="2022-12-14T17:38:48.556" v="3204" actId="1076"/>
        <pc:sldMkLst>
          <pc:docMk/>
          <pc:sldMk cId="442594601" sldId="1297"/>
        </pc:sldMkLst>
        <pc:spChg chg="mod">
          <ac:chgData name="Evgeny Solovyev" userId="bcfa930f-b6be-4bbb-aeb8-5203be9dadaa" providerId="ADAL" clId="{48D02D74-94F9-4B51-B4D4-321A578620E9}" dt="2022-12-14T17:30:11.589" v="3027" actId="20577"/>
          <ac:spMkLst>
            <pc:docMk/>
            <pc:sldMk cId="442594601" sldId="1297"/>
            <ac:spMk id="6" creationId="{DBC2B877-22C9-068C-F5D9-DC35D4AF9EB1}"/>
          </ac:spMkLst>
        </pc:spChg>
        <pc:spChg chg="mod">
          <ac:chgData name="Evgeny Solovyev" userId="bcfa930f-b6be-4bbb-aeb8-5203be9dadaa" providerId="ADAL" clId="{48D02D74-94F9-4B51-B4D4-321A578620E9}" dt="2022-12-14T17:30:04.342" v="3020" actId="20577"/>
          <ac:spMkLst>
            <pc:docMk/>
            <pc:sldMk cId="442594601" sldId="1297"/>
            <ac:spMk id="7" creationId="{8E56643C-1B4A-AA89-363A-D2C464C4715D}"/>
          </ac:spMkLst>
        </pc:spChg>
        <pc:spChg chg="mod">
          <ac:chgData name="Evgeny Solovyev" userId="bcfa930f-b6be-4bbb-aeb8-5203be9dadaa" providerId="ADAL" clId="{48D02D74-94F9-4B51-B4D4-321A578620E9}" dt="2022-12-14T17:38:48.556" v="3204" actId="1076"/>
          <ac:spMkLst>
            <pc:docMk/>
            <pc:sldMk cId="442594601" sldId="1297"/>
            <ac:spMk id="11" creationId="{4FFF589C-DFC1-BEAB-BAFB-158EABE956FB}"/>
          </ac:spMkLst>
        </pc:spChg>
        <pc:spChg chg="mod">
          <ac:chgData name="Evgeny Solovyev" userId="bcfa930f-b6be-4bbb-aeb8-5203be9dadaa" providerId="ADAL" clId="{48D02D74-94F9-4B51-B4D4-321A578620E9}" dt="2022-12-14T17:29:56.382" v="3013" actId="404"/>
          <ac:spMkLst>
            <pc:docMk/>
            <pc:sldMk cId="442594601" sldId="1297"/>
            <ac:spMk id="12" creationId="{BF29B539-6E38-E540-FB16-33128ECF749A}"/>
          </ac:spMkLst>
        </pc:spChg>
        <pc:spChg chg="mod">
          <ac:chgData name="Evgeny Solovyev" userId="bcfa930f-b6be-4bbb-aeb8-5203be9dadaa" providerId="ADAL" clId="{48D02D74-94F9-4B51-B4D4-321A578620E9}" dt="2022-12-14T17:38:27.873" v="3201" actId="1076"/>
          <ac:spMkLst>
            <pc:docMk/>
            <pc:sldMk cId="442594601" sldId="1297"/>
            <ac:spMk id="14" creationId="{FAE5B584-9D1F-B6AD-024A-B946AEE9DE63}"/>
          </ac:spMkLst>
        </pc:spChg>
        <pc:picChg chg="mod">
          <ac:chgData name="Evgeny Solovyev" userId="bcfa930f-b6be-4bbb-aeb8-5203be9dadaa" providerId="ADAL" clId="{48D02D74-94F9-4B51-B4D4-321A578620E9}" dt="2022-12-14T17:38:36.954" v="3203" actId="14100"/>
          <ac:picMkLst>
            <pc:docMk/>
            <pc:sldMk cId="442594601" sldId="1297"/>
            <ac:picMk id="9" creationId="{17EF2FDE-439C-B9AE-CB05-38A43DFF799D}"/>
          </ac:picMkLst>
        </pc:picChg>
      </pc:sldChg>
      <pc:sldChg chg="addSp delSp modSp del mod">
        <pc:chgData name="Evgeny Solovyev" userId="bcfa930f-b6be-4bbb-aeb8-5203be9dadaa" providerId="ADAL" clId="{48D02D74-94F9-4B51-B4D4-321A578620E9}" dt="2022-12-18T08:24:09.477" v="10797" actId="2696"/>
        <pc:sldMkLst>
          <pc:docMk/>
          <pc:sldMk cId="1237296936" sldId="1298"/>
        </pc:sldMkLst>
        <pc:spChg chg="add del mod">
          <ac:chgData name="Evgeny Solovyev" userId="bcfa930f-b6be-4bbb-aeb8-5203be9dadaa" providerId="ADAL" clId="{48D02D74-94F9-4B51-B4D4-321A578620E9}" dt="2022-12-17T18:21:25.850" v="10590" actId="21"/>
          <ac:spMkLst>
            <pc:docMk/>
            <pc:sldMk cId="1237296936" sldId="1298"/>
            <ac:spMk id="2" creationId="{25BF9CBE-99EE-B694-0657-7D5059BE08DF}"/>
          </ac:spMkLst>
        </pc:spChg>
        <pc:spChg chg="add mod">
          <ac:chgData name="Evgeny Solovyev" userId="bcfa930f-b6be-4bbb-aeb8-5203be9dadaa" providerId="ADAL" clId="{48D02D74-94F9-4B51-B4D4-321A578620E9}" dt="2022-12-17T18:30:20.121" v="10769" actId="1076"/>
          <ac:spMkLst>
            <pc:docMk/>
            <pc:sldMk cId="1237296936" sldId="1298"/>
            <ac:spMk id="4" creationId="{3A9FD562-2EC9-D67B-91FF-53D41E4603DB}"/>
          </ac:spMkLst>
        </pc:spChg>
        <pc:spChg chg="add mod">
          <ac:chgData name="Evgeny Solovyev" userId="bcfa930f-b6be-4bbb-aeb8-5203be9dadaa" providerId="ADAL" clId="{48D02D74-94F9-4B51-B4D4-321A578620E9}" dt="2022-12-17T18:30:20.121" v="10769" actId="1076"/>
          <ac:spMkLst>
            <pc:docMk/>
            <pc:sldMk cId="1237296936" sldId="1298"/>
            <ac:spMk id="5" creationId="{94475214-0FE1-3E8A-A64F-00E3E0A218F3}"/>
          </ac:spMkLst>
        </pc:spChg>
        <pc:spChg chg="add mod">
          <ac:chgData name="Evgeny Solovyev" userId="bcfa930f-b6be-4bbb-aeb8-5203be9dadaa" providerId="ADAL" clId="{48D02D74-94F9-4B51-B4D4-321A578620E9}" dt="2022-12-17T18:30:25.724" v="10770" actId="1076"/>
          <ac:spMkLst>
            <pc:docMk/>
            <pc:sldMk cId="1237296936" sldId="1298"/>
            <ac:spMk id="6" creationId="{86222A29-035D-5581-D102-D1B5FB96799F}"/>
          </ac:spMkLst>
        </pc:spChg>
        <pc:spChg chg="add mod">
          <ac:chgData name="Evgeny Solovyev" userId="bcfa930f-b6be-4bbb-aeb8-5203be9dadaa" providerId="ADAL" clId="{48D02D74-94F9-4B51-B4D4-321A578620E9}" dt="2022-12-17T18:30:25.724" v="10770" actId="1076"/>
          <ac:spMkLst>
            <pc:docMk/>
            <pc:sldMk cId="1237296936" sldId="1298"/>
            <ac:spMk id="7" creationId="{7C07FF38-BE1C-4018-4D2C-23059C09204C}"/>
          </ac:spMkLst>
        </pc:spChg>
        <pc:spChg chg="add mod">
          <ac:chgData name="Evgeny Solovyev" userId="bcfa930f-b6be-4bbb-aeb8-5203be9dadaa" providerId="ADAL" clId="{48D02D74-94F9-4B51-B4D4-321A578620E9}" dt="2022-12-17T18:30:28.897" v="10771" actId="1076"/>
          <ac:spMkLst>
            <pc:docMk/>
            <pc:sldMk cId="1237296936" sldId="1298"/>
            <ac:spMk id="8" creationId="{D0AB17F0-C1B4-0441-4C38-09044E07C481}"/>
          </ac:spMkLst>
        </pc:spChg>
        <pc:spChg chg="add mod">
          <ac:chgData name="Evgeny Solovyev" userId="bcfa930f-b6be-4bbb-aeb8-5203be9dadaa" providerId="ADAL" clId="{48D02D74-94F9-4B51-B4D4-321A578620E9}" dt="2022-12-17T18:30:32.170" v="10773" actId="1076"/>
          <ac:spMkLst>
            <pc:docMk/>
            <pc:sldMk cId="1237296936" sldId="1298"/>
            <ac:spMk id="9" creationId="{9DD9B9D7-D540-5571-2473-4862A9D85003}"/>
          </ac:spMkLst>
        </pc:spChg>
        <pc:graphicFrameChg chg="add mod modGraphic">
          <ac:chgData name="Evgeny Solovyev" userId="bcfa930f-b6be-4bbb-aeb8-5203be9dadaa" providerId="ADAL" clId="{48D02D74-94F9-4B51-B4D4-321A578620E9}" dt="2022-12-17T18:30:10.229" v="10766" actId="1076"/>
          <ac:graphicFrameMkLst>
            <pc:docMk/>
            <pc:sldMk cId="1237296936" sldId="1298"/>
            <ac:graphicFrameMk id="3" creationId="{ED18B75C-16AE-D310-002B-F0E3AC7E5CFF}"/>
          </ac:graphicFrameMkLst>
        </pc:graphicFrameChg>
        <pc:graphicFrameChg chg="add mod modGraphic">
          <ac:chgData name="Evgeny Solovyev" userId="bcfa930f-b6be-4bbb-aeb8-5203be9dadaa" providerId="ADAL" clId="{48D02D74-94F9-4B51-B4D4-321A578620E9}" dt="2022-12-17T18:31:35.230" v="10796" actId="404"/>
          <ac:graphicFrameMkLst>
            <pc:docMk/>
            <pc:sldMk cId="1237296936" sldId="1298"/>
            <ac:graphicFrameMk id="10" creationId="{43C72012-1E19-86C6-EDC2-D9240418E508}"/>
          </ac:graphicFrameMkLst>
        </pc:graphicFrameChg>
      </pc:sldChg>
      <pc:sldChg chg="modSp mod modAnim">
        <pc:chgData name="Evgeny Solovyev" userId="bcfa930f-b6be-4bbb-aeb8-5203be9dadaa" providerId="ADAL" clId="{48D02D74-94F9-4B51-B4D4-321A578620E9}" dt="2022-12-15T13:59:27.494" v="5761" actId="1076"/>
        <pc:sldMkLst>
          <pc:docMk/>
          <pc:sldMk cId="705877361" sldId="1299"/>
        </pc:sldMkLst>
        <pc:spChg chg="mod">
          <ac:chgData name="Evgeny Solovyev" userId="bcfa930f-b6be-4bbb-aeb8-5203be9dadaa" providerId="ADAL" clId="{48D02D74-94F9-4B51-B4D4-321A578620E9}" dt="2022-12-15T13:54:50.492" v="5479" actId="20577"/>
          <ac:spMkLst>
            <pc:docMk/>
            <pc:sldMk cId="705877361" sldId="1299"/>
            <ac:spMk id="2" creationId="{989A463B-70C6-100C-0A1C-9F42278D9D00}"/>
          </ac:spMkLst>
        </pc:spChg>
        <pc:spChg chg="mod">
          <ac:chgData name="Evgeny Solovyev" userId="bcfa930f-b6be-4bbb-aeb8-5203be9dadaa" providerId="ADAL" clId="{48D02D74-94F9-4B51-B4D4-321A578620E9}" dt="2022-12-15T13:56:44.885" v="5570" actId="20577"/>
          <ac:spMkLst>
            <pc:docMk/>
            <pc:sldMk cId="705877361" sldId="1299"/>
            <ac:spMk id="3" creationId="{11E93F9A-E911-C18B-0665-A77AA982BE11}"/>
          </ac:spMkLst>
        </pc:spChg>
        <pc:spChg chg="mod">
          <ac:chgData name="Evgeny Solovyev" userId="bcfa930f-b6be-4bbb-aeb8-5203be9dadaa" providerId="ADAL" clId="{48D02D74-94F9-4B51-B4D4-321A578620E9}" dt="2022-12-15T13:59:27.494" v="5761" actId="1076"/>
          <ac:spMkLst>
            <pc:docMk/>
            <pc:sldMk cId="705877361" sldId="1299"/>
            <ac:spMk id="5" creationId="{71527390-0BEC-6189-75ED-CD71454C11D5}"/>
          </ac:spMkLst>
        </pc:spChg>
        <pc:spChg chg="mod">
          <ac:chgData name="Evgeny Solovyev" userId="bcfa930f-b6be-4bbb-aeb8-5203be9dadaa" providerId="ADAL" clId="{48D02D74-94F9-4B51-B4D4-321A578620E9}" dt="2022-12-15T13:57:03.029" v="5594" actId="20577"/>
          <ac:spMkLst>
            <pc:docMk/>
            <pc:sldMk cId="705877361" sldId="1299"/>
            <ac:spMk id="6" creationId="{478AE809-A541-F1A9-342B-B3EF202875B8}"/>
          </ac:spMkLst>
        </pc:spChg>
        <pc:spChg chg="mod">
          <ac:chgData name="Evgeny Solovyev" userId="bcfa930f-b6be-4bbb-aeb8-5203be9dadaa" providerId="ADAL" clId="{48D02D74-94F9-4B51-B4D4-321A578620E9}" dt="2022-12-15T13:57:12.828" v="5613" actId="20577"/>
          <ac:spMkLst>
            <pc:docMk/>
            <pc:sldMk cId="705877361" sldId="1299"/>
            <ac:spMk id="7" creationId="{249EA13E-54DB-D686-1311-71D470987C38}"/>
          </ac:spMkLst>
        </pc:spChg>
        <pc:spChg chg="mod">
          <ac:chgData name="Evgeny Solovyev" userId="bcfa930f-b6be-4bbb-aeb8-5203be9dadaa" providerId="ADAL" clId="{48D02D74-94F9-4B51-B4D4-321A578620E9}" dt="2022-12-15T13:57:28.859" v="5629" actId="20577"/>
          <ac:spMkLst>
            <pc:docMk/>
            <pc:sldMk cId="705877361" sldId="1299"/>
            <ac:spMk id="8" creationId="{3FB9C205-4415-A3F3-AA8D-0EB1D62CDE9A}"/>
          </ac:spMkLst>
        </pc:spChg>
        <pc:spChg chg="mod">
          <ac:chgData name="Evgeny Solovyev" userId="bcfa930f-b6be-4bbb-aeb8-5203be9dadaa" providerId="ADAL" clId="{48D02D74-94F9-4B51-B4D4-321A578620E9}" dt="2022-12-15T13:55:06.107" v="5480" actId="1076"/>
          <ac:spMkLst>
            <pc:docMk/>
            <pc:sldMk cId="705877361" sldId="1299"/>
            <ac:spMk id="9" creationId="{1DD5AF05-879E-3918-0B6B-4E39B71BE345}"/>
          </ac:spMkLst>
        </pc:spChg>
        <pc:spChg chg="mod">
          <ac:chgData name="Evgeny Solovyev" userId="bcfa930f-b6be-4bbb-aeb8-5203be9dadaa" providerId="ADAL" clId="{48D02D74-94F9-4B51-B4D4-321A578620E9}" dt="2022-12-15T13:57:42.340" v="5654" actId="20577"/>
          <ac:spMkLst>
            <pc:docMk/>
            <pc:sldMk cId="705877361" sldId="1299"/>
            <ac:spMk id="10" creationId="{C6151C60-81B0-48F6-5692-635324C28C09}"/>
          </ac:spMkLst>
        </pc:spChg>
        <pc:spChg chg="mod">
          <ac:chgData name="Evgeny Solovyev" userId="bcfa930f-b6be-4bbb-aeb8-5203be9dadaa" providerId="ADAL" clId="{48D02D74-94F9-4B51-B4D4-321A578620E9}" dt="2022-12-15T13:56:56.550" v="5578" actId="20577"/>
          <ac:spMkLst>
            <pc:docMk/>
            <pc:sldMk cId="705877361" sldId="1299"/>
            <ac:spMk id="12" creationId="{565D323E-5FC6-F422-5C4B-22F64C1F1972}"/>
          </ac:spMkLst>
        </pc:spChg>
        <pc:spChg chg="mod">
          <ac:chgData name="Evgeny Solovyev" userId="bcfa930f-b6be-4bbb-aeb8-5203be9dadaa" providerId="ADAL" clId="{48D02D74-94F9-4B51-B4D4-321A578620E9}" dt="2022-12-15T13:57:35.311" v="5639" actId="20577"/>
          <ac:spMkLst>
            <pc:docMk/>
            <pc:sldMk cId="705877361" sldId="1299"/>
            <ac:spMk id="14" creationId="{213D6366-DE18-854F-CBC1-E7A54B0143DB}"/>
          </ac:spMkLst>
        </pc:spChg>
        <pc:spChg chg="mod">
          <ac:chgData name="Evgeny Solovyev" userId="bcfa930f-b6be-4bbb-aeb8-5203be9dadaa" providerId="ADAL" clId="{48D02D74-94F9-4B51-B4D4-321A578620E9}" dt="2022-12-15T13:57:48.451" v="5664" actId="20577"/>
          <ac:spMkLst>
            <pc:docMk/>
            <pc:sldMk cId="705877361" sldId="1299"/>
            <ac:spMk id="18" creationId="{DDAF6B51-6605-8AA4-8A00-28A4E1CDFA6E}"/>
          </ac:spMkLst>
        </pc:spChg>
        <pc:spChg chg="mod">
          <ac:chgData name="Evgeny Solovyev" userId="bcfa930f-b6be-4bbb-aeb8-5203be9dadaa" providerId="ADAL" clId="{48D02D74-94F9-4B51-B4D4-321A578620E9}" dt="2022-12-15T13:55:06.107" v="5480" actId="1076"/>
          <ac:spMkLst>
            <pc:docMk/>
            <pc:sldMk cId="705877361" sldId="1299"/>
            <ac:spMk id="19" creationId="{1FAFFA2C-8069-767D-EE9C-516288508202}"/>
          </ac:spMkLst>
        </pc:spChg>
        <pc:spChg chg="mod">
          <ac:chgData name="Evgeny Solovyev" userId="bcfa930f-b6be-4bbb-aeb8-5203be9dadaa" providerId="ADAL" clId="{48D02D74-94F9-4B51-B4D4-321A578620E9}" dt="2022-12-15T13:55:06.107" v="5480" actId="1076"/>
          <ac:spMkLst>
            <pc:docMk/>
            <pc:sldMk cId="705877361" sldId="1299"/>
            <ac:spMk id="22" creationId="{19A9E132-80F1-3ED7-60B4-43DB9906F87E}"/>
          </ac:spMkLst>
        </pc:spChg>
        <pc:picChg chg="mod">
          <ac:chgData name="Evgeny Solovyev" userId="bcfa930f-b6be-4bbb-aeb8-5203be9dadaa" providerId="ADAL" clId="{48D02D74-94F9-4B51-B4D4-321A578620E9}" dt="2022-12-15T13:56:46.737" v="5571" actId="1076"/>
          <ac:picMkLst>
            <pc:docMk/>
            <pc:sldMk cId="705877361" sldId="1299"/>
            <ac:picMk id="11" creationId="{C8AF2007-415B-A18F-49E3-0AA61784F25D}"/>
          </ac:picMkLst>
        </pc:picChg>
        <pc:picChg chg="mod">
          <ac:chgData name="Evgeny Solovyev" userId="bcfa930f-b6be-4bbb-aeb8-5203be9dadaa" providerId="ADAL" clId="{48D02D74-94F9-4B51-B4D4-321A578620E9}" dt="2022-12-15T13:57:20.753" v="5616" actId="1076"/>
          <ac:picMkLst>
            <pc:docMk/>
            <pc:sldMk cId="705877361" sldId="1299"/>
            <ac:picMk id="15" creationId="{91CC6A6E-CD0A-C50F-9D39-F83A8DC34E94}"/>
          </ac:picMkLst>
        </pc:picChg>
        <pc:picChg chg="mod">
          <ac:chgData name="Evgeny Solovyev" userId="bcfa930f-b6be-4bbb-aeb8-5203be9dadaa" providerId="ADAL" clId="{48D02D74-94F9-4B51-B4D4-321A578620E9}" dt="2022-12-15T13:57:22.329" v="5617" actId="1076"/>
          <ac:picMkLst>
            <pc:docMk/>
            <pc:sldMk cId="705877361" sldId="1299"/>
            <ac:picMk id="16" creationId="{12A18798-CEE8-6020-3969-AE23010DE739}"/>
          </ac:picMkLst>
        </pc:picChg>
        <pc:picChg chg="mod">
          <ac:chgData name="Evgeny Solovyev" userId="bcfa930f-b6be-4bbb-aeb8-5203be9dadaa" providerId="ADAL" clId="{48D02D74-94F9-4B51-B4D4-321A578620E9}" dt="2022-12-15T13:55:06.107" v="5480" actId="1076"/>
          <ac:picMkLst>
            <pc:docMk/>
            <pc:sldMk cId="705877361" sldId="1299"/>
            <ac:picMk id="17" creationId="{33054C7E-03C3-A40A-7D56-99D86923FF2C}"/>
          </ac:picMkLst>
        </pc:picChg>
        <pc:picChg chg="mod">
          <ac:chgData name="Evgeny Solovyev" userId="bcfa930f-b6be-4bbb-aeb8-5203be9dadaa" providerId="ADAL" clId="{48D02D74-94F9-4B51-B4D4-321A578620E9}" dt="2022-12-15T13:55:06.107" v="5480" actId="1076"/>
          <ac:picMkLst>
            <pc:docMk/>
            <pc:sldMk cId="705877361" sldId="1299"/>
            <ac:picMk id="20" creationId="{D5B45565-3B79-835C-EB97-63EE475EFD71}"/>
          </ac:picMkLst>
        </pc:picChg>
        <pc:picChg chg="mod">
          <ac:chgData name="Evgeny Solovyev" userId="bcfa930f-b6be-4bbb-aeb8-5203be9dadaa" providerId="ADAL" clId="{48D02D74-94F9-4B51-B4D4-321A578620E9}" dt="2022-12-15T13:55:06.107" v="5480" actId="1076"/>
          <ac:picMkLst>
            <pc:docMk/>
            <pc:sldMk cId="705877361" sldId="1299"/>
            <ac:picMk id="21" creationId="{FD30741F-D9E8-553B-AB20-C3581C3E0047}"/>
          </ac:picMkLst>
        </pc:picChg>
        <pc:picChg chg="mod">
          <ac:chgData name="Evgeny Solovyev" userId="bcfa930f-b6be-4bbb-aeb8-5203be9dadaa" providerId="ADAL" clId="{48D02D74-94F9-4B51-B4D4-321A578620E9}" dt="2022-12-15T13:55:06.107" v="5480" actId="1076"/>
          <ac:picMkLst>
            <pc:docMk/>
            <pc:sldMk cId="705877361" sldId="1299"/>
            <ac:picMk id="23" creationId="{0B527550-ECF8-2242-24CF-B5021E37FF23}"/>
          </ac:picMkLst>
        </pc:picChg>
        <pc:picChg chg="mod">
          <ac:chgData name="Evgeny Solovyev" userId="bcfa930f-b6be-4bbb-aeb8-5203be9dadaa" providerId="ADAL" clId="{48D02D74-94F9-4B51-B4D4-321A578620E9}" dt="2022-12-15T13:57:18.862" v="5615" actId="1076"/>
          <ac:picMkLst>
            <pc:docMk/>
            <pc:sldMk cId="705877361" sldId="1299"/>
            <ac:picMk id="2050" creationId="{40555929-F250-2D14-779C-872C1CE0FBB4}"/>
          </ac:picMkLst>
        </pc:picChg>
        <pc:picChg chg="mod">
          <ac:chgData name="Evgeny Solovyev" userId="bcfa930f-b6be-4bbb-aeb8-5203be9dadaa" providerId="ADAL" clId="{48D02D74-94F9-4B51-B4D4-321A578620E9}" dt="2022-12-15T13:55:06.107" v="5480" actId="1076"/>
          <ac:picMkLst>
            <pc:docMk/>
            <pc:sldMk cId="705877361" sldId="1299"/>
            <ac:picMk id="2052" creationId="{D37D142D-0A46-48A4-DE84-D27C459C1C95}"/>
          </ac:picMkLst>
        </pc:picChg>
        <pc:picChg chg="mod">
          <ac:chgData name="Evgeny Solovyev" userId="bcfa930f-b6be-4bbb-aeb8-5203be9dadaa" providerId="ADAL" clId="{48D02D74-94F9-4B51-B4D4-321A578620E9}" dt="2022-12-15T13:55:06.107" v="5480" actId="1076"/>
          <ac:picMkLst>
            <pc:docMk/>
            <pc:sldMk cId="705877361" sldId="1299"/>
            <ac:picMk id="2054" creationId="{ACB14B3C-EAE8-97B1-2938-B217BB0B86AE}"/>
          </ac:picMkLst>
        </pc:picChg>
      </pc:sldChg>
      <pc:sldChg chg="addSp delSp modSp mod modAnim">
        <pc:chgData name="Evgeny Solovyev" userId="bcfa930f-b6be-4bbb-aeb8-5203be9dadaa" providerId="ADAL" clId="{48D02D74-94F9-4B51-B4D4-321A578620E9}" dt="2022-12-16T07:28:49.836" v="6241" actId="552"/>
        <pc:sldMkLst>
          <pc:docMk/>
          <pc:sldMk cId="4200671645" sldId="1300"/>
        </pc:sldMkLst>
        <pc:spChg chg="mod">
          <ac:chgData name="Evgeny Solovyev" userId="bcfa930f-b6be-4bbb-aeb8-5203be9dadaa" providerId="ADAL" clId="{48D02D74-94F9-4B51-B4D4-321A578620E9}" dt="2022-12-15T13:59:42.481" v="5781" actId="20577"/>
          <ac:spMkLst>
            <pc:docMk/>
            <pc:sldMk cId="4200671645" sldId="1300"/>
            <ac:spMk id="2" creationId="{96287E57-5E96-E6CC-9DF7-D391BA4F58FC}"/>
          </ac:spMkLst>
        </pc:spChg>
        <pc:spChg chg="mod">
          <ac:chgData name="Evgeny Solovyev" userId="bcfa930f-b6be-4bbb-aeb8-5203be9dadaa" providerId="ADAL" clId="{48D02D74-94F9-4B51-B4D4-321A578620E9}" dt="2022-12-16T07:28:49.836" v="6241" actId="552"/>
          <ac:spMkLst>
            <pc:docMk/>
            <pc:sldMk cId="4200671645" sldId="1300"/>
            <ac:spMk id="3" creationId="{47BAA64C-B182-ED03-EF3D-52A41204FDB7}"/>
          </ac:spMkLst>
        </pc:spChg>
        <pc:spChg chg="mod">
          <ac:chgData name="Evgeny Solovyev" userId="bcfa930f-b6be-4bbb-aeb8-5203be9dadaa" providerId="ADAL" clId="{48D02D74-94F9-4B51-B4D4-321A578620E9}" dt="2022-12-16T07:28:49.836" v="6241" actId="552"/>
          <ac:spMkLst>
            <pc:docMk/>
            <pc:sldMk cId="4200671645" sldId="1300"/>
            <ac:spMk id="4" creationId="{582B5B67-2B45-8496-ACB3-90E028187857}"/>
          </ac:spMkLst>
        </pc:spChg>
        <pc:spChg chg="mod">
          <ac:chgData name="Evgeny Solovyev" userId="bcfa930f-b6be-4bbb-aeb8-5203be9dadaa" providerId="ADAL" clId="{48D02D74-94F9-4B51-B4D4-321A578620E9}" dt="2022-12-16T05:43:41.022" v="5870" actId="1076"/>
          <ac:spMkLst>
            <pc:docMk/>
            <pc:sldMk cId="4200671645" sldId="1300"/>
            <ac:spMk id="6" creationId="{8C4C3088-674E-60E4-41D9-772C9F08B877}"/>
          </ac:spMkLst>
        </pc:spChg>
        <pc:spChg chg="mod">
          <ac:chgData name="Evgeny Solovyev" userId="bcfa930f-b6be-4bbb-aeb8-5203be9dadaa" providerId="ADAL" clId="{48D02D74-94F9-4B51-B4D4-321A578620E9}" dt="2022-12-16T07:28:49.836" v="6241" actId="552"/>
          <ac:spMkLst>
            <pc:docMk/>
            <pc:sldMk cId="4200671645" sldId="1300"/>
            <ac:spMk id="7" creationId="{7B86AA98-DA6D-7CDA-ED85-30AB83D65A8B}"/>
          </ac:spMkLst>
        </pc:spChg>
        <pc:spChg chg="mod">
          <ac:chgData name="Evgeny Solovyev" userId="bcfa930f-b6be-4bbb-aeb8-5203be9dadaa" providerId="ADAL" clId="{48D02D74-94F9-4B51-B4D4-321A578620E9}" dt="2022-12-16T07:28:49.836" v="6241" actId="552"/>
          <ac:spMkLst>
            <pc:docMk/>
            <pc:sldMk cId="4200671645" sldId="1300"/>
            <ac:spMk id="8" creationId="{DE2BDCDB-CDE9-4E44-3A41-E0E30EF0A46B}"/>
          </ac:spMkLst>
        </pc:spChg>
        <pc:spChg chg="mod">
          <ac:chgData name="Evgeny Solovyev" userId="bcfa930f-b6be-4bbb-aeb8-5203be9dadaa" providerId="ADAL" clId="{48D02D74-94F9-4B51-B4D4-321A578620E9}" dt="2022-12-16T07:28:49.836" v="6241" actId="552"/>
          <ac:spMkLst>
            <pc:docMk/>
            <pc:sldMk cId="4200671645" sldId="1300"/>
            <ac:spMk id="9" creationId="{FAE743E7-9A8B-19D5-8F55-08A3248A92F6}"/>
          </ac:spMkLst>
        </pc:spChg>
        <pc:spChg chg="mod">
          <ac:chgData name="Evgeny Solovyev" userId="bcfa930f-b6be-4bbb-aeb8-5203be9dadaa" providerId="ADAL" clId="{48D02D74-94F9-4B51-B4D4-321A578620E9}" dt="2022-12-16T07:27:22.384" v="6221" actId="552"/>
          <ac:spMkLst>
            <pc:docMk/>
            <pc:sldMk cId="4200671645" sldId="1300"/>
            <ac:spMk id="10" creationId="{B0FC8B03-48DF-19A6-3C95-96163D1F96BB}"/>
          </ac:spMkLst>
        </pc:spChg>
        <pc:spChg chg="mod">
          <ac:chgData name="Evgeny Solovyev" userId="bcfa930f-b6be-4bbb-aeb8-5203be9dadaa" providerId="ADAL" clId="{48D02D74-94F9-4B51-B4D4-321A578620E9}" dt="2022-12-16T07:27:22.384" v="6221" actId="552"/>
          <ac:spMkLst>
            <pc:docMk/>
            <pc:sldMk cId="4200671645" sldId="1300"/>
            <ac:spMk id="11" creationId="{D3EE9D2D-9053-B805-21C5-4A763592F1C4}"/>
          </ac:spMkLst>
        </pc:spChg>
        <pc:spChg chg="mod">
          <ac:chgData name="Evgeny Solovyev" userId="bcfa930f-b6be-4bbb-aeb8-5203be9dadaa" providerId="ADAL" clId="{48D02D74-94F9-4B51-B4D4-321A578620E9}" dt="2022-12-16T07:27:22.384" v="6221" actId="552"/>
          <ac:spMkLst>
            <pc:docMk/>
            <pc:sldMk cId="4200671645" sldId="1300"/>
            <ac:spMk id="12" creationId="{659E7E72-8974-778B-B426-C8DFF78FFA0E}"/>
          </ac:spMkLst>
        </pc:spChg>
        <pc:spChg chg="mod">
          <ac:chgData name="Evgeny Solovyev" userId="bcfa930f-b6be-4bbb-aeb8-5203be9dadaa" providerId="ADAL" clId="{48D02D74-94F9-4B51-B4D4-321A578620E9}" dt="2022-12-16T07:27:22.384" v="6221" actId="552"/>
          <ac:spMkLst>
            <pc:docMk/>
            <pc:sldMk cId="4200671645" sldId="1300"/>
            <ac:spMk id="13" creationId="{11694737-4CA0-4872-7061-16DF3A7C3218}"/>
          </ac:spMkLst>
        </pc:spChg>
        <pc:spChg chg="mod">
          <ac:chgData name="Evgeny Solovyev" userId="bcfa930f-b6be-4bbb-aeb8-5203be9dadaa" providerId="ADAL" clId="{48D02D74-94F9-4B51-B4D4-321A578620E9}" dt="2022-12-16T07:27:22.384" v="6221" actId="552"/>
          <ac:spMkLst>
            <pc:docMk/>
            <pc:sldMk cId="4200671645" sldId="1300"/>
            <ac:spMk id="14" creationId="{3E01AEE0-E001-9BD0-8532-55F2D1270236}"/>
          </ac:spMkLst>
        </pc:spChg>
        <pc:picChg chg="mod">
          <ac:chgData name="Evgeny Solovyev" userId="bcfa930f-b6be-4bbb-aeb8-5203be9dadaa" providerId="ADAL" clId="{48D02D74-94F9-4B51-B4D4-321A578620E9}" dt="2022-12-16T05:50:41.199" v="5874" actId="1076"/>
          <ac:picMkLst>
            <pc:docMk/>
            <pc:sldMk cId="4200671645" sldId="1300"/>
            <ac:picMk id="5" creationId="{EFA0FC32-762F-B537-938A-9B07BCA5DF9D}"/>
          </ac:picMkLst>
        </pc:picChg>
        <pc:picChg chg="mod">
          <ac:chgData name="Evgeny Solovyev" userId="bcfa930f-b6be-4bbb-aeb8-5203be9dadaa" providerId="ADAL" clId="{48D02D74-94F9-4B51-B4D4-321A578620E9}" dt="2022-12-16T07:26:30.219" v="6215" actId="1076"/>
          <ac:picMkLst>
            <pc:docMk/>
            <pc:sldMk cId="4200671645" sldId="1300"/>
            <ac:picMk id="16" creationId="{4BBDA67A-6E88-944C-1621-37EECC9FFEE5}"/>
          </ac:picMkLst>
        </pc:picChg>
        <pc:picChg chg="add del mod">
          <ac:chgData name="Evgeny Solovyev" userId="bcfa930f-b6be-4bbb-aeb8-5203be9dadaa" providerId="ADAL" clId="{48D02D74-94F9-4B51-B4D4-321A578620E9}" dt="2022-12-10T15:28:48.592" v="539" actId="478"/>
          <ac:picMkLst>
            <pc:docMk/>
            <pc:sldMk cId="4200671645" sldId="1300"/>
            <ac:picMk id="17" creationId="{E64C9399-B9A1-F1CE-767F-380B6BCB7DD1}"/>
          </ac:picMkLst>
        </pc:picChg>
        <pc:picChg chg="mod">
          <ac:chgData name="Evgeny Solovyev" userId="bcfa930f-b6be-4bbb-aeb8-5203be9dadaa" providerId="ADAL" clId="{48D02D74-94F9-4B51-B4D4-321A578620E9}" dt="2022-12-16T07:26:35.725" v="6216" actId="1076"/>
          <ac:picMkLst>
            <pc:docMk/>
            <pc:sldMk cId="4200671645" sldId="1300"/>
            <ac:picMk id="20" creationId="{C96B1BA9-237E-3124-C8A3-A0C46117993B}"/>
          </ac:picMkLst>
        </pc:picChg>
        <pc:picChg chg="mod">
          <ac:chgData name="Evgeny Solovyev" userId="bcfa930f-b6be-4bbb-aeb8-5203be9dadaa" providerId="ADAL" clId="{48D02D74-94F9-4B51-B4D4-321A578620E9}" dt="2022-12-16T07:26:47.080" v="6218" actId="1076"/>
          <ac:picMkLst>
            <pc:docMk/>
            <pc:sldMk cId="4200671645" sldId="1300"/>
            <ac:picMk id="22" creationId="{757E6B57-51D3-1022-406E-63E59AC7530D}"/>
          </ac:picMkLst>
        </pc:picChg>
        <pc:picChg chg="mod">
          <ac:chgData name="Evgeny Solovyev" userId="bcfa930f-b6be-4bbb-aeb8-5203be9dadaa" providerId="ADAL" clId="{48D02D74-94F9-4B51-B4D4-321A578620E9}" dt="2022-12-16T07:26:53.322" v="6219" actId="1076"/>
          <ac:picMkLst>
            <pc:docMk/>
            <pc:sldMk cId="4200671645" sldId="1300"/>
            <ac:picMk id="24" creationId="{064386C5-10C4-2068-87F4-5C4DDBF687E7}"/>
          </ac:picMkLst>
        </pc:picChg>
        <pc:picChg chg="mod">
          <ac:chgData name="Evgeny Solovyev" userId="bcfa930f-b6be-4bbb-aeb8-5203be9dadaa" providerId="ADAL" clId="{48D02D74-94F9-4B51-B4D4-321A578620E9}" dt="2022-12-16T07:04:46.497" v="5921" actId="1076"/>
          <ac:picMkLst>
            <pc:docMk/>
            <pc:sldMk cId="4200671645" sldId="1300"/>
            <ac:picMk id="1026" creationId="{DC8F1A72-FC4E-8E87-F66E-C336DF366141}"/>
          </ac:picMkLst>
        </pc:picChg>
        <pc:picChg chg="mod">
          <ac:chgData name="Evgeny Solovyev" userId="bcfa930f-b6be-4bbb-aeb8-5203be9dadaa" providerId="ADAL" clId="{48D02D74-94F9-4B51-B4D4-321A578620E9}" dt="2022-12-16T07:02:41.005" v="5919" actId="1076"/>
          <ac:picMkLst>
            <pc:docMk/>
            <pc:sldMk cId="4200671645" sldId="1300"/>
            <ac:picMk id="8194" creationId="{CD5ED96E-C89E-176A-8C56-11D5A560CE90}"/>
          </ac:picMkLst>
        </pc:picChg>
        <pc:picChg chg="mod">
          <ac:chgData name="Evgeny Solovyev" userId="bcfa930f-b6be-4bbb-aeb8-5203be9dadaa" providerId="ADAL" clId="{48D02D74-94F9-4B51-B4D4-321A578620E9}" dt="2022-12-16T07:25:46.420" v="6209" actId="1076"/>
          <ac:picMkLst>
            <pc:docMk/>
            <pc:sldMk cId="4200671645" sldId="1300"/>
            <ac:picMk id="8202" creationId="{F904D6DF-1A80-9D13-5C7B-164B6AC4C096}"/>
          </ac:picMkLst>
        </pc:picChg>
      </pc:sldChg>
      <pc:sldChg chg="modSp mod">
        <pc:chgData name="Evgeny Solovyev" userId="bcfa930f-b6be-4bbb-aeb8-5203be9dadaa" providerId="ADAL" clId="{48D02D74-94F9-4B51-B4D4-321A578620E9}" dt="2022-12-16T12:04:49.027" v="7083" actId="20577"/>
        <pc:sldMkLst>
          <pc:docMk/>
          <pc:sldMk cId="4120199659" sldId="1301"/>
        </pc:sldMkLst>
        <pc:spChg chg="mod">
          <ac:chgData name="Evgeny Solovyev" userId="bcfa930f-b6be-4bbb-aeb8-5203be9dadaa" providerId="ADAL" clId="{48D02D74-94F9-4B51-B4D4-321A578620E9}" dt="2022-12-16T11:35:55.479" v="6342" actId="20577"/>
          <ac:spMkLst>
            <pc:docMk/>
            <pc:sldMk cId="4120199659" sldId="1301"/>
            <ac:spMk id="3" creationId="{FDF301A0-3CD5-4336-B208-5BAD0EBB1CC9}"/>
          </ac:spMkLst>
        </pc:spChg>
        <pc:spChg chg="mod">
          <ac:chgData name="Evgeny Solovyev" userId="bcfa930f-b6be-4bbb-aeb8-5203be9dadaa" providerId="ADAL" clId="{48D02D74-94F9-4B51-B4D4-321A578620E9}" dt="2022-12-16T11:55:56.417" v="6906" actId="20577"/>
          <ac:spMkLst>
            <pc:docMk/>
            <pc:sldMk cId="4120199659" sldId="1301"/>
            <ac:spMk id="4" creationId="{F4915BEA-8209-B3AE-23A1-A35D3C156502}"/>
          </ac:spMkLst>
        </pc:spChg>
        <pc:spChg chg="mod">
          <ac:chgData name="Evgeny Solovyev" userId="bcfa930f-b6be-4bbb-aeb8-5203be9dadaa" providerId="ADAL" clId="{48D02D74-94F9-4B51-B4D4-321A578620E9}" dt="2022-12-16T11:54:26.511" v="6864" actId="1076"/>
          <ac:spMkLst>
            <pc:docMk/>
            <pc:sldMk cId="4120199659" sldId="1301"/>
            <ac:spMk id="5" creationId="{151C629C-7784-3B58-ECEB-B325A75F1453}"/>
          </ac:spMkLst>
        </pc:spChg>
        <pc:spChg chg="mod">
          <ac:chgData name="Evgeny Solovyev" userId="bcfa930f-b6be-4bbb-aeb8-5203be9dadaa" providerId="ADAL" clId="{48D02D74-94F9-4B51-B4D4-321A578620E9}" dt="2022-12-16T12:04:49.027" v="7083" actId="20577"/>
          <ac:spMkLst>
            <pc:docMk/>
            <pc:sldMk cId="4120199659" sldId="1301"/>
            <ac:spMk id="8" creationId="{CFEBBC4D-F602-2663-E97A-4360CC1B2E18}"/>
          </ac:spMkLst>
        </pc:spChg>
        <pc:spChg chg="mod">
          <ac:chgData name="Evgeny Solovyev" userId="bcfa930f-b6be-4bbb-aeb8-5203be9dadaa" providerId="ADAL" clId="{48D02D74-94F9-4B51-B4D4-321A578620E9}" dt="2022-12-16T11:55:38.048" v="6903" actId="6549"/>
          <ac:spMkLst>
            <pc:docMk/>
            <pc:sldMk cId="4120199659" sldId="1301"/>
            <ac:spMk id="11" creationId="{5DBC1B2B-3D8B-C9B8-BE8B-FCEF44334035}"/>
          </ac:spMkLst>
        </pc:spChg>
        <pc:spChg chg="mod">
          <ac:chgData name="Evgeny Solovyev" userId="bcfa930f-b6be-4bbb-aeb8-5203be9dadaa" providerId="ADAL" clId="{48D02D74-94F9-4B51-B4D4-321A578620E9}" dt="2022-12-16T11:55:00.425" v="6869" actId="313"/>
          <ac:spMkLst>
            <pc:docMk/>
            <pc:sldMk cId="4120199659" sldId="1301"/>
            <ac:spMk id="12" creationId="{BE889B03-9FC3-B420-8A6F-CEFEA9890B13}"/>
          </ac:spMkLst>
        </pc:spChg>
        <pc:picChg chg="mod">
          <ac:chgData name="Evgeny Solovyev" userId="bcfa930f-b6be-4bbb-aeb8-5203be9dadaa" providerId="ADAL" clId="{48D02D74-94F9-4B51-B4D4-321A578620E9}" dt="2022-12-16T11:43:10.747" v="6635" actId="1076"/>
          <ac:picMkLst>
            <pc:docMk/>
            <pc:sldMk cId="4120199659" sldId="1301"/>
            <ac:picMk id="2" creationId="{C09C5792-163E-015C-0C76-7B094C9F1CFA}"/>
          </ac:picMkLst>
        </pc:picChg>
        <pc:picChg chg="mod">
          <ac:chgData name="Evgeny Solovyev" userId="bcfa930f-b6be-4bbb-aeb8-5203be9dadaa" providerId="ADAL" clId="{48D02D74-94F9-4B51-B4D4-321A578620E9}" dt="2022-12-16T11:56:22.559" v="6908" actId="1076"/>
          <ac:picMkLst>
            <pc:docMk/>
            <pc:sldMk cId="4120199659" sldId="1301"/>
            <ac:picMk id="10" creationId="{AA21105A-E79A-0595-BE5B-53557FDD87D4}"/>
          </ac:picMkLst>
        </pc:picChg>
      </pc:sldChg>
      <pc:sldChg chg="modSp mod">
        <pc:chgData name="Evgeny Solovyev" userId="bcfa930f-b6be-4bbb-aeb8-5203be9dadaa" providerId="ADAL" clId="{48D02D74-94F9-4B51-B4D4-321A578620E9}" dt="2022-12-16T14:48:48.242" v="7581" actId="1076"/>
        <pc:sldMkLst>
          <pc:docMk/>
          <pc:sldMk cId="816364537" sldId="1302"/>
        </pc:sldMkLst>
        <pc:spChg chg="mod">
          <ac:chgData name="Evgeny Solovyev" userId="bcfa930f-b6be-4bbb-aeb8-5203be9dadaa" providerId="ADAL" clId="{48D02D74-94F9-4B51-B4D4-321A578620E9}" dt="2022-12-16T13:05:08.320" v="7254" actId="404"/>
          <ac:spMkLst>
            <pc:docMk/>
            <pc:sldMk cId="816364537" sldId="1302"/>
            <ac:spMk id="2" creationId="{0ADC570C-B06A-AE91-7670-49174F682495}"/>
          </ac:spMkLst>
        </pc:spChg>
        <pc:spChg chg="mod">
          <ac:chgData name="Evgeny Solovyev" userId="bcfa930f-b6be-4bbb-aeb8-5203be9dadaa" providerId="ADAL" clId="{48D02D74-94F9-4B51-B4D4-321A578620E9}" dt="2022-12-16T14:00:29.352" v="7421" actId="20577"/>
          <ac:spMkLst>
            <pc:docMk/>
            <pc:sldMk cId="816364537" sldId="1302"/>
            <ac:spMk id="3" creationId="{07DB747B-C45B-E395-E834-C613AC9DA63B}"/>
          </ac:spMkLst>
        </pc:spChg>
        <pc:spChg chg="mod">
          <ac:chgData name="Evgeny Solovyev" userId="bcfa930f-b6be-4bbb-aeb8-5203be9dadaa" providerId="ADAL" clId="{48D02D74-94F9-4B51-B4D4-321A578620E9}" dt="2022-12-16T14:01:24.457" v="7459" actId="20577"/>
          <ac:spMkLst>
            <pc:docMk/>
            <pc:sldMk cId="816364537" sldId="1302"/>
            <ac:spMk id="6" creationId="{185B8265-5DA3-37E9-F82C-9389B4FA27F4}"/>
          </ac:spMkLst>
        </pc:spChg>
        <pc:spChg chg="mod">
          <ac:chgData name="Evgeny Solovyev" userId="bcfa930f-b6be-4bbb-aeb8-5203be9dadaa" providerId="ADAL" clId="{48D02D74-94F9-4B51-B4D4-321A578620E9}" dt="2022-12-16T14:48:34.482" v="7577" actId="1076"/>
          <ac:spMkLst>
            <pc:docMk/>
            <pc:sldMk cId="816364537" sldId="1302"/>
            <ac:spMk id="7" creationId="{44BDC931-ADA0-9F38-47C3-962E9F3609B1}"/>
          </ac:spMkLst>
        </pc:spChg>
        <pc:spChg chg="mod">
          <ac:chgData name="Evgeny Solovyev" userId="bcfa930f-b6be-4bbb-aeb8-5203be9dadaa" providerId="ADAL" clId="{48D02D74-94F9-4B51-B4D4-321A578620E9}" dt="2022-12-16T14:48:45.475" v="7580" actId="1076"/>
          <ac:spMkLst>
            <pc:docMk/>
            <pc:sldMk cId="816364537" sldId="1302"/>
            <ac:spMk id="8" creationId="{00F12796-8AF0-DA92-DED1-EEEC4D9A17DF}"/>
          </ac:spMkLst>
        </pc:spChg>
        <pc:spChg chg="mod">
          <ac:chgData name="Evgeny Solovyev" userId="bcfa930f-b6be-4bbb-aeb8-5203be9dadaa" providerId="ADAL" clId="{48D02D74-94F9-4B51-B4D4-321A578620E9}" dt="2022-12-16T14:48:48.242" v="7581" actId="1076"/>
          <ac:spMkLst>
            <pc:docMk/>
            <pc:sldMk cId="816364537" sldId="1302"/>
            <ac:spMk id="9" creationId="{8BAF74C7-EBF9-E488-FFE4-BEB5CB36134E}"/>
          </ac:spMkLst>
        </pc:spChg>
        <pc:spChg chg="mod">
          <ac:chgData name="Evgeny Solovyev" userId="bcfa930f-b6be-4bbb-aeb8-5203be9dadaa" providerId="ADAL" clId="{48D02D74-94F9-4B51-B4D4-321A578620E9}" dt="2022-12-16T14:48:42.438" v="7579" actId="1076"/>
          <ac:spMkLst>
            <pc:docMk/>
            <pc:sldMk cId="816364537" sldId="1302"/>
            <ac:spMk id="10" creationId="{D2570CD5-7FBC-3902-0287-1BA61B8D69FA}"/>
          </ac:spMkLst>
        </pc:spChg>
        <pc:picChg chg="mod">
          <ac:chgData name="Evgeny Solovyev" userId="bcfa930f-b6be-4bbb-aeb8-5203be9dadaa" providerId="ADAL" clId="{48D02D74-94F9-4B51-B4D4-321A578620E9}" dt="2022-12-16T13:05:24.433" v="7258" actId="1076"/>
          <ac:picMkLst>
            <pc:docMk/>
            <pc:sldMk cId="816364537" sldId="1302"/>
            <ac:picMk id="4" creationId="{1F558A80-53A1-BE02-8D2C-39B24819653D}"/>
          </ac:picMkLst>
        </pc:picChg>
        <pc:picChg chg="mod">
          <ac:chgData name="Evgeny Solovyev" userId="bcfa930f-b6be-4bbb-aeb8-5203be9dadaa" providerId="ADAL" clId="{48D02D74-94F9-4B51-B4D4-321A578620E9}" dt="2022-12-16T13:05:21.060" v="7257" actId="1076"/>
          <ac:picMkLst>
            <pc:docMk/>
            <pc:sldMk cId="816364537" sldId="1302"/>
            <ac:picMk id="5" creationId="{4B600F1A-A0FF-0621-B8BF-F0CB625B3084}"/>
          </ac:picMkLst>
        </pc:picChg>
        <pc:picChg chg="mod">
          <ac:chgData name="Evgeny Solovyev" userId="bcfa930f-b6be-4bbb-aeb8-5203be9dadaa" providerId="ADAL" clId="{48D02D74-94F9-4B51-B4D4-321A578620E9}" dt="2022-12-16T14:48:39.243" v="7578" actId="1076"/>
          <ac:picMkLst>
            <pc:docMk/>
            <pc:sldMk cId="816364537" sldId="1302"/>
            <ac:picMk id="14338" creationId="{72AE7F3A-40AB-EBC4-BC7D-D67E0BF60760}"/>
          </ac:picMkLst>
        </pc:picChg>
      </pc:sldChg>
      <pc:sldChg chg="modSp mod">
        <pc:chgData name="Evgeny Solovyev" userId="bcfa930f-b6be-4bbb-aeb8-5203be9dadaa" providerId="ADAL" clId="{48D02D74-94F9-4B51-B4D4-321A578620E9}" dt="2022-12-16T15:21:42.411" v="8202" actId="1076"/>
        <pc:sldMkLst>
          <pc:docMk/>
          <pc:sldMk cId="3882470359" sldId="1303"/>
        </pc:sldMkLst>
        <pc:spChg chg="mod">
          <ac:chgData name="Evgeny Solovyev" userId="bcfa930f-b6be-4bbb-aeb8-5203be9dadaa" providerId="ADAL" clId="{48D02D74-94F9-4B51-B4D4-321A578620E9}" dt="2022-12-16T14:49:11.035" v="7602" actId="20577"/>
          <ac:spMkLst>
            <pc:docMk/>
            <pc:sldMk cId="3882470359" sldId="1303"/>
            <ac:spMk id="2" creationId="{1B0E25C8-EDB0-7398-F1B3-6C9D8A20EE71}"/>
          </ac:spMkLst>
        </pc:spChg>
        <pc:spChg chg="mod">
          <ac:chgData name="Evgeny Solovyev" userId="bcfa930f-b6be-4bbb-aeb8-5203be9dadaa" providerId="ADAL" clId="{48D02D74-94F9-4B51-B4D4-321A578620E9}" dt="2022-12-16T15:00:03.731" v="7807" actId="14100"/>
          <ac:spMkLst>
            <pc:docMk/>
            <pc:sldMk cId="3882470359" sldId="1303"/>
            <ac:spMk id="3" creationId="{B03E3E1C-99CD-CE14-45CC-330C4300712D}"/>
          </ac:spMkLst>
        </pc:spChg>
        <pc:spChg chg="mod">
          <ac:chgData name="Evgeny Solovyev" userId="bcfa930f-b6be-4bbb-aeb8-5203be9dadaa" providerId="ADAL" clId="{48D02D74-94F9-4B51-B4D4-321A578620E9}" dt="2022-12-16T15:11:34.217" v="7848" actId="1076"/>
          <ac:spMkLst>
            <pc:docMk/>
            <pc:sldMk cId="3882470359" sldId="1303"/>
            <ac:spMk id="5" creationId="{EC2B7272-A3DB-8397-2C9F-09735C730B72}"/>
          </ac:spMkLst>
        </pc:spChg>
        <pc:spChg chg="mod">
          <ac:chgData name="Evgeny Solovyev" userId="bcfa930f-b6be-4bbb-aeb8-5203be9dadaa" providerId="ADAL" clId="{48D02D74-94F9-4B51-B4D4-321A578620E9}" dt="2022-12-16T15:14:02.699" v="7926" actId="20577"/>
          <ac:spMkLst>
            <pc:docMk/>
            <pc:sldMk cId="3882470359" sldId="1303"/>
            <ac:spMk id="6" creationId="{0D148A3E-4D01-96F3-854B-2A6F089A0745}"/>
          </ac:spMkLst>
        </pc:spChg>
        <pc:spChg chg="mod">
          <ac:chgData name="Evgeny Solovyev" userId="bcfa930f-b6be-4bbb-aeb8-5203be9dadaa" providerId="ADAL" clId="{48D02D74-94F9-4B51-B4D4-321A578620E9}" dt="2022-12-16T15:16:14.904" v="8124" actId="1076"/>
          <ac:spMkLst>
            <pc:docMk/>
            <pc:sldMk cId="3882470359" sldId="1303"/>
            <ac:spMk id="8" creationId="{A34D18EB-63B7-35ED-08C8-36D357423320}"/>
          </ac:spMkLst>
        </pc:spChg>
        <pc:spChg chg="mod">
          <ac:chgData name="Evgeny Solovyev" userId="bcfa930f-b6be-4bbb-aeb8-5203be9dadaa" providerId="ADAL" clId="{48D02D74-94F9-4B51-B4D4-321A578620E9}" dt="2022-12-16T15:21:23.378" v="8201" actId="313"/>
          <ac:spMkLst>
            <pc:docMk/>
            <pc:sldMk cId="3882470359" sldId="1303"/>
            <ac:spMk id="9" creationId="{54439642-E434-B6C6-EA42-201CF0BD1200}"/>
          </ac:spMkLst>
        </pc:spChg>
        <pc:spChg chg="mod">
          <ac:chgData name="Evgeny Solovyev" userId="bcfa930f-b6be-4bbb-aeb8-5203be9dadaa" providerId="ADAL" clId="{48D02D74-94F9-4B51-B4D4-321A578620E9}" dt="2022-12-16T15:16:05.745" v="8123" actId="1076"/>
          <ac:spMkLst>
            <pc:docMk/>
            <pc:sldMk cId="3882470359" sldId="1303"/>
            <ac:spMk id="11" creationId="{C1914029-0539-A450-A7BF-C0D5720DDDCC}"/>
          </ac:spMkLst>
        </pc:spChg>
        <pc:spChg chg="mod">
          <ac:chgData name="Evgeny Solovyev" userId="bcfa930f-b6be-4bbb-aeb8-5203be9dadaa" providerId="ADAL" clId="{48D02D74-94F9-4B51-B4D4-321A578620E9}" dt="2022-12-16T15:16:05.745" v="8123" actId="1076"/>
          <ac:spMkLst>
            <pc:docMk/>
            <pc:sldMk cId="3882470359" sldId="1303"/>
            <ac:spMk id="14" creationId="{131E0F51-B0E1-F2F1-B1EE-3D4C9C60DFA4}"/>
          </ac:spMkLst>
        </pc:spChg>
        <pc:picChg chg="mod">
          <ac:chgData name="Evgeny Solovyev" userId="bcfa930f-b6be-4bbb-aeb8-5203be9dadaa" providerId="ADAL" clId="{48D02D74-94F9-4B51-B4D4-321A578620E9}" dt="2022-12-16T15:10:01.526" v="7811" actId="1076"/>
          <ac:picMkLst>
            <pc:docMk/>
            <pc:sldMk cId="3882470359" sldId="1303"/>
            <ac:picMk id="7" creationId="{21CE8AE7-03E4-2BC1-15D3-1E4C7021A83F}"/>
          </ac:picMkLst>
        </pc:picChg>
        <pc:picChg chg="mod">
          <ac:chgData name="Evgeny Solovyev" userId="bcfa930f-b6be-4bbb-aeb8-5203be9dadaa" providerId="ADAL" clId="{48D02D74-94F9-4B51-B4D4-321A578620E9}" dt="2022-12-16T15:14:06.970" v="7927" actId="1076"/>
          <ac:picMkLst>
            <pc:docMk/>
            <pc:sldMk cId="3882470359" sldId="1303"/>
            <ac:picMk id="10" creationId="{A37841AA-A3F8-59BA-1B8F-51BDD9F9EFCB}"/>
          </ac:picMkLst>
        </pc:picChg>
        <pc:picChg chg="mod">
          <ac:chgData name="Evgeny Solovyev" userId="bcfa930f-b6be-4bbb-aeb8-5203be9dadaa" providerId="ADAL" clId="{48D02D74-94F9-4B51-B4D4-321A578620E9}" dt="2022-12-16T15:16:05.745" v="8123" actId="1076"/>
          <ac:picMkLst>
            <pc:docMk/>
            <pc:sldMk cId="3882470359" sldId="1303"/>
            <ac:picMk id="12" creationId="{D0D394D1-A8B7-DB09-B1DE-1EB09800125B}"/>
          </ac:picMkLst>
        </pc:picChg>
        <pc:picChg chg="mod">
          <ac:chgData name="Evgeny Solovyev" userId="bcfa930f-b6be-4bbb-aeb8-5203be9dadaa" providerId="ADAL" clId="{48D02D74-94F9-4B51-B4D4-321A578620E9}" dt="2022-12-16T15:16:05.745" v="8123" actId="1076"/>
          <ac:picMkLst>
            <pc:docMk/>
            <pc:sldMk cId="3882470359" sldId="1303"/>
            <ac:picMk id="13" creationId="{56C4B326-8189-DC96-4237-80BC84E230AA}"/>
          </ac:picMkLst>
        </pc:picChg>
        <pc:picChg chg="mod">
          <ac:chgData name="Evgeny Solovyev" userId="bcfa930f-b6be-4bbb-aeb8-5203be9dadaa" providerId="ADAL" clId="{48D02D74-94F9-4B51-B4D4-321A578620E9}" dt="2022-12-16T15:21:42.411" v="8202" actId="1076"/>
          <ac:picMkLst>
            <pc:docMk/>
            <pc:sldMk cId="3882470359" sldId="1303"/>
            <ac:picMk id="17" creationId="{07F84D22-45A0-A879-FE47-4194CF7E08AF}"/>
          </ac:picMkLst>
        </pc:picChg>
        <pc:picChg chg="mod">
          <ac:chgData name="Evgeny Solovyev" userId="bcfa930f-b6be-4bbb-aeb8-5203be9dadaa" providerId="ADAL" clId="{48D02D74-94F9-4B51-B4D4-321A578620E9}" dt="2022-12-16T15:19:56.670" v="8128" actId="1076"/>
          <ac:picMkLst>
            <pc:docMk/>
            <pc:sldMk cId="3882470359" sldId="1303"/>
            <ac:picMk id="15362" creationId="{BF21EF58-9640-D906-0EB0-6C43649D027D}"/>
          </ac:picMkLst>
        </pc:picChg>
      </pc:sldChg>
      <pc:sldChg chg="modSp mod">
        <pc:chgData name="Evgeny Solovyev" userId="bcfa930f-b6be-4bbb-aeb8-5203be9dadaa" providerId="ADAL" clId="{48D02D74-94F9-4B51-B4D4-321A578620E9}" dt="2022-12-16T17:06:44.361" v="8882" actId="1076"/>
        <pc:sldMkLst>
          <pc:docMk/>
          <pc:sldMk cId="4262771449" sldId="1304"/>
        </pc:sldMkLst>
        <pc:spChg chg="mod">
          <ac:chgData name="Evgeny Solovyev" userId="bcfa930f-b6be-4bbb-aeb8-5203be9dadaa" providerId="ADAL" clId="{48D02D74-94F9-4B51-B4D4-321A578620E9}" dt="2022-12-16T15:22:01.971" v="8217" actId="20577"/>
          <ac:spMkLst>
            <pc:docMk/>
            <pc:sldMk cId="4262771449" sldId="1304"/>
            <ac:spMk id="2" creationId="{59540000-724D-192D-F7FB-74BBD99553D1}"/>
          </ac:spMkLst>
        </pc:spChg>
        <pc:spChg chg="mod">
          <ac:chgData name="Evgeny Solovyev" userId="bcfa930f-b6be-4bbb-aeb8-5203be9dadaa" providerId="ADAL" clId="{48D02D74-94F9-4B51-B4D4-321A578620E9}" dt="2022-12-16T15:30:16.950" v="8478" actId="1076"/>
          <ac:spMkLst>
            <pc:docMk/>
            <pc:sldMk cId="4262771449" sldId="1304"/>
            <ac:spMk id="3" creationId="{5A5F1DC7-15EF-C885-0258-029D33FBCC9E}"/>
          </ac:spMkLst>
        </pc:spChg>
        <pc:spChg chg="mod">
          <ac:chgData name="Evgeny Solovyev" userId="bcfa930f-b6be-4bbb-aeb8-5203be9dadaa" providerId="ADAL" clId="{48D02D74-94F9-4B51-B4D4-321A578620E9}" dt="2022-12-16T15:29:42.149" v="8477" actId="20577"/>
          <ac:spMkLst>
            <pc:docMk/>
            <pc:sldMk cId="4262771449" sldId="1304"/>
            <ac:spMk id="4" creationId="{A48BC9D1-E9B2-B9E9-AA9E-F8F71E019840}"/>
          </ac:spMkLst>
        </pc:spChg>
        <pc:spChg chg="mod">
          <ac:chgData name="Evgeny Solovyev" userId="bcfa930f-b6be-4bbb-aeb8-5203be9dadaa" providerId="ADAL" clId="{48D02D74-94F9-4B51-B4D4-321A578620E9}" dt="2022-12-16T15:32:51.307" v="8544" actId="1076"/>
          <ac:spMkLst>
            <pc:docMk/>
            <pc:sldMk cId="4262771449" sldId="1304"/>
            <ac:spMk id="5" creationId="{1B3EDAA2-6966-8792-2BC7-200B2154A639}"/>
          </ac:spMkLst>
        </pc:spChg>
        <pc:spChg chg="mod">
          <ac:chgData name="Evgeny Solovyev" userId="bcfa930f-b6be-4bbb-aeb8-5203be9dadaa" providerId="ADAL" clId="{48D02D74-94F9-4B51-B4D4-321A578620E9}" dt="2022-12-16T17:04:32.379" v="8727" actId="6549"/>
          <ac:spMkLst>
            <pc:docMk/>
            <pc:sldMk cId="4262771449" sldId="1304"/>
            <ac:spMk id="6" creationId="{071D9E55-3B9E-7442-DB2B-4EDA978FEF77}"/>
          </ac:spMkLst>
        </pc:spChg>
        <pc:spChg chg="mod">
          <ac:chgData name="Evgeny Solovyev" userId="bcfa930f-b6be-4bbb-aeb8-5203be9dadaa" providerId="ADAL" clId="{48D02D74-94F9-4B51-B4D4-321A578620E9}" dt="2022-12-16T17:06:38.145" v="8881" actId="1076"/>
          <ac:spMkLst>
            <pc:docMk/>
            <pc:sldMk cId="4262771449" sldId="1304"/>
            <ac:spMk id="7" creationId="{03D32CA8-5AEC-0904-7038-19A34942BC3D}"/>
          </ac:spMkLst>
        </pc:spChg>
        <pc:picChg chg="mod">
          <ac:chgData name="Evgeny Solovyev" userId="bcfa930f-b6be-4bbb-aeb8-5203be9dadaa" providerId="ADAL" clId="{48D02D74-94F9-4B51-B4D4-321A578620E9}" dt="2022-12-16T15:32:47.510" v="8543" actId="1076"/>
          <ac:picMkLst>
            <pc:docMk/>
            <pc:sldMk cId="4262771449" sldId="1304"/>
            <ac:picMk id="18" creationId="{995AE5C3-3215-A847-FF81-53C6347D77DD}"/>
          </ac:picMkLst>
        </pc:picChg>
        <pc:picChg chg="mod">
          <ac:chgData name="Evgeny Solovyev" userId="bcfa930f-b6be-4bbb-aeb8-5203be9dadaa" providerId="ADAL" clId="{48D02D74-94F9-4B51-B4D4-321A578620E9}" dt="2022-12-16T17:04:37.623" v="8728" actId="1076"/>
          <ac:picMkLst>
            <pc:docMk/>
            <pc:sldMk cId="4262771449" sldId="1304"/>
            <ac:picMk id="1026" creationId="{93081A38-AFA7-BE5B-D7F2-D39BEC65AF65}"/>
          </ac:picMkLst>
        </pc:picChg>
        <pc:picChg chg="mod">
          <ac:chgData name="Evgeny Solovyev" userId="bcfa930f-b6be-4bbb-aeb8-5203be9dadaa" providerId="ADAL" clId="{48D02D74-94F9-4B51-B4D4-321A578620E9}" dt="2022-12-16T17:06:44.361" v="8882" actId="1076"/>
          <ac:picMkLst>
            <pc:docMk/>
            <pc:sldMk cId="4262771449" sldId="1304"/>
            <ac:picMk id="1028" creationId="{4DF4B146-698F-ED2C-0517-FF2B82A875B9}"/>
          </ac:picMkLst>
        </pc:picChg>
      </pc:sldChg>
      <pc:sldChg chg="del">
        <pc:chgData name="Evgeny Solovyev" userId="bcfa930f-b6be-4bbb-aeb8-5203be9dadaa" providerId="ADAL" clId="{48D02D74-94F9-4B51-B4D4-321A578620E9}" dt="2022-12-21T05:26:27.044" v="14333" actId="2696"/>
        <pc:sldMkLst>
          <pc:docMk/>
          <pc:sldMk cId="2671536278" sldId="1305"/>
        </pc:sldMkLst>
      </pc:sldChg>
      <pc:sldChg chg="addSp delSp modSp mod ord addAnim delAnim modAnim">
        <pc:chgData name="Evgeny Solovyev" userId="bcfa930f-b6be-4bbb-aeb8-5203be9dadaa" providerId="ADAL" clId="{48D02D74-94F9-4B51-B4D4-321A578620E9}" dt="2022-12-21T09:57:33.057" v="14357"/>
        <pc:sldMkLst>
          <pc:docMk/>
          <pc:sldMk cId="2916770917" sldId="1306"/>
        </pc:sldMkLst>
        <pc:spChg chg="mod">
          <ac:chgData name="Evgeny Solovyev" userId="bcfa930f-b6be-4bbb-aeb8-5203be9dadaa" providerId="ADAL" clId="{48D02D74-94F9-4B51-B4D4-321A578620E9}" dt="2022-12-17T14:48:20.731" v="10568"/>
          <ac:spMkLst>
            <pc:docMk/>
            <pc:sldMk cId="2916770917" sldId="1306"/>
            <ac:spMk id="2" creationId="{B973B616-7DB6-1F00-3BDA-15C6E8E9C7D6}"/>
          </ac:spMkLst>
        </pc:spChg>
        <pc:spChg chg="add mod">
          <ac:chgData name="Evgeny Solovyev" userId="bcfa930f-b6be-4bbb-aeb8-5203be9dadaa" providerId="ADAL" clId="{48D02D74-94F9-4B51-B4D4-321A578620E9}" dt="2022-12-19T10:47:28.387" v="12330" actId="1076"/>
          <ac:spMkLst>
            <pc:docMk/>
            <pc:sldMk cId="2916770917" sldId="1306"/>
            <ac:spMk id="3" creationId="{ED868342-9352-8EB5-BD6B-5389161CB3AF}"/>
          </ac:spMkLst>
        </pc:spChg>
        <pc:spChg chg="add mod">
          <ac:chgData name="Evgeny Solovyev" userId="bcfa930f-b6be-4bbb-aeb8-5203be9dadaa" providerId="ADAL" clId="{48D02D74-94F9-4B51-B4D4-321A578620E9}" dt="2022-12-19T10:47:53.257" v="12341" actId="1076"/>
          <ac:spMkLst>
            <pc:docMk/>
            <pc:sldMk cId="2916770917" sldId="1306"/>
            <ac:spMk id="4" creationId="{883ADDD9-F008-69F2-2260-2333664CAC1B}"/>
          </ac:spMkLst>
        </pc:spChg>
        <pc:spChg chg="add mod">
          <ac:chgData name="Evgeny Solovyev" userId="bcfa930f-b6be-4bbb-aeb8-5203be9dadaa" providerId="ADAL" clId="{48D02D74-94F9-4B51-B4D4-321A578620E9}" dt="2022-12-19T12:00:53.342" v="12605" actId="1076"/>
          <ac:spMkLst>
            <pc:docMk/>
            <pc:sldMk cId="2916770917" sldId="1306"/>
            <ac:spMk id="6" creationId="{6AEFC6F2-9737-56BE-ECB4-62374886DADD}"/>
          </ac:spMkLst>
        </pc:spChg>
        <pc:spChg chg="add mod">
          <ac:chgData name="Evgeny Solovyev" userId="bcfa930f-b6be-4bbb-aeb8-5203be9dadaa" providerId="ADAL" clId="{48D02D74-94F9-4B51-B4D4-321A578620E9}" dt="2022-12-19T11:58:08.118" v="12596" actId="1076"/>
          <ac:spMkLst>
            <pc:docMk/>
            <pc:sldMk cId="2916770917" sldId="1306"/>
            <ac:spMk id="7" creationId="{0E64622A-C8F6-34E2-0C30-3D3DCCFB636B}"/>
          </ac:spMkLst>
        </pc:spChg>
        <pc:spChg chg="mod">
          <ac:chgData name="Evgeny Solovyev" userId="bcfa930f-b6be-4bbb-aeb8-5203be9dadaa" providerId="ADAL" clId="{48D02D74-94F9-4B51-B4D4-321A578620E9}" dt="2022-12-19T11:52:10.790" v="12515" actId="404"/>
          <ac:spMkLst>
            <pc:docMk/>
            <pc:sldMk cId="2916770917" sldId="1306"/>
            <ac:spMk id="8" creationId="{848B5E7D-68A4-E4E0-0243-1A4A8515DF85}"/>
          </ac:spMkLst>
        </pc:spChg>
        <pc:spChg chg="mod">
          <ac:chgData name="Evgeny Solovyev" userId="bcfa930f-b6be-4bbb-aeb8-5203be9dadaa" providerId="ADAL" clId="{48D02D74-94F9-4B51-B4D4-321A578620E9}" dt="2022-12-19T11:52:15.173" v="12517" actId="404"/>
          <ac:spMkLst>
            <pc:docMk/>
            <pc:sldMk cId="2916770917" sldId="1306"/>
            <ac:spMk id="11" creationId="{8918BF96-83AA-BF77-E52B-BAA76A5108DC}"/>
          </ac:spMkLst>
        </pc:spChg>
        <pc:spChg chg="mod">
          <ac:chgData name="Evgeny Solovyev" userId="bcfa930f-b6be-4bbb-aeb8-5203be9dadaa" providerId="ADAL" clId="{48D02D74-94F9-4B51-B4D4-321A578620E9}" dt="2022-12-19T11:52:42.122" v="12519" actId="404"/>
          <ac:spMkLst>
            <pc:docMk/>
            <pc:sldMk cId="2916770917" sldId="1306"/>
            <ac:spMk id="13" creationId="{6F490B89-6BDE-AAC9-8972-E81FD873D46C}"/>
          </ac:spMkLst>
        </pc:spChg>
        <pc:spChg chg="mod">
          <ac:chgData name="Evgeny Solovyev" userId="bcfa930f-b6be-4bbb-aeb8-5203be9dadaa" providerId="ADAL" clId="{48D02D74-94F9-4B51-B4D4-321A578620E9}" dt="2022-12-19T11:53:06.683" v="12542" actId="404"/>
          <ac:spMkLst>
            <pc:docMk/>
            <pc:sldMk cId="2916770917" sldId="1306"/>
            <ac:spMk id="14" creationId="{6A83AA8B-6C25-8527-37C8-CCECA7C1AB52}"/>
          </ac:spMkLst>
        </pc:spChg>
        <pc:spChg chg="mod">
          <ac:chgData name="Evgeny Solovyev" userId="bcfa930f-b6be-4bbb-aeb8-5203be9dadaa" providerId="ADAL" clId="{48D02D74-94F9-4B51-B4D4-321A578620E9}" dt="2022-12-19T11:51:23.910" v="12507" actId="404"/>
          <ac:spMkLst>
            <pc:docMk/>
            <pc:sldMk cId="2916770917" sldId="1306"/>
            <ac:spMk id="17" creationId="{FB39A1B6-7D3B-CD13-D74D-72D1A8D25832}"/>
          </ac:spMkLst>
        </pc:spChg>
        <pc:spChg chg="mod">
          <ac:chgData name="Evgeny Solovyev" userId="bcfa930f-b6be-4bbb-aeb8-5203be9dadaa" providerId="ADAL" clId="{48D02D74-94F9-4B51-B4D4-321A578620E9}" dt="2022-12-19T11:51:41.621" v="12511" actId="1076"/>
          <ac:spMkLst>
            <pc:docMk/>
            <pc:sldMk cId="2916770917" sldId="1306"/>
            <ac:spMk id="18" creationId="{E5F682AA-0CB9-7985-A3D2-25FC4A60BB65}"/>
          </ac:spMkLst>
        </pc:spChg>
        <pc:spChg chg="mod">
          <ac:chgData name="Evgeny Solovyev" userId="bcfa930f-b6be-4bbb-aeb8-5203be9dadaa" providerId="ADAL" clId="{48D02D74-94F9-4B51-B4D4-321A578620E9}" dt="2022-12-19T10:44:06.995" v="12257" actId="20577"/>
          <ac:spMkLst>
            <pc:docMk/>
            <pc:sldMk cId="2916770917" sldId="1306"/>
            <ac:spMk id="20" creationId="{3AF654FC-E7CE-2993-13D5-9080ACB9AE42}"/>
          </ac:spMkLst>
        </pc:spChg>
        <pc:spChg chg="mod">
          <ac:chgData name="Evgeny Solovyev" userId="bcfa930f-b6be-4bbb-aeb8-5203be9dadaa" providerId="ADAL" clId="{48D02D74-94F9-4B51-B4D4-321A578620E9}" dt="2022-12-19T10:44:31.857" v="12278" actId="121"/>
          <ac:spMkLst>
            <pc:docMk/>
            <pc:sldMk cId="2916770917" sldId="1306"/>
            <ac:spMk id="23" creationId="{5CA8206C-D960-E6D4-30D7-4C1132670399}"/>
          </ac:spMkLst>
        </pc:spChg>
        <pc:spChg chg="mod">
          <ac:chgData name="Evgeny Solovyev" userId="bcfa930f-b6be-4bbb-aeb8-5203be9dadaa" providerId="ADAL" clId="{48D02D74-94F9-4B51-B4D4-321A578620E9}" dt="2022-12-19T11:51:57.581" v="12512" actId="404"/>
          <ac:spMkLst>
            <pc:docMk/>
            <pc:sldMk cId="2916770917" sldId="1306"/>
            <ac:spMk id="31" creationId="{F1E16D8E-F46F-EE69-8096-B2B38AAD8D07}"/>
          </ac:spMkLst>
        </pc:spChg>
        <pc:spChg chg="mod">
          <ac:chgData name="Evgeny Solovyev" userId="bcfa930f-b6be-4bbb-aeb8-5203be9dadaa" providerId="ADAL" clId="{48D02D74-94F9-4B51-B4D4-321A578620E9}" dt="2022-12-19T11:52:02.958" v="12513" actId="404"/>
          <ac:spMkLst>
            <pc:docMk/>
            <pc:sldMk cId="2916770917" sldId="1306"/>
            <ac:spMk id="34" creationId="{D4171C6A-5047-5A50-5347-20BD206955B9}"/>
          </ac:spMkLst>
        </pc:spChg>
        <pc:picChg chg="mod">
          <ac:chgData name="Evgeny Solovyev" userId="bcfa930f-b6be-4bbb-aeb8-5203be9dadaa" providerId="ADAL" clId="{48D02D74-94F9-4B51-B4D4-321A578620E9}" dt="2022-12-19T11:51:37.509" v="12510" actId="1076"/>
          <ac:picMkLst>
            <pc:docMk/>
            <pc:sldMk cId="2916770917" sldId="1306"/>
            <ac:picMk id="19" creationId="{A011F653-ED80-4F15-BAA6-97E10FA66413}"/>
          </ac:picMkLst>
        </pc:picChg>
        <pc:picChg chg="mod modCrop">
          <ac:chgData name="Evgeny Solovyev" userId="bcfa930f-b6be-4bbb-aeb8-5203be9dadaa" providerId="ADAL" clId="{48D02D74-94F9-4B51-B4D4-321A578620E9}" dt="2022-12-19T10:47:34.133" v="12331" actId="1076"/>
          <ac:picMkLst>
            <pc:docMk/>
            <pc:sldMk cId="2916770917" sldId="1306"/>
            <ac:picMk id="25" creationId="{9FF9C926-1CC1-63B9-2F31-7D6A30953A51}"/>
          </ac:picMkLst>
        </pc:picChg>
        <pc:picChg chg="add del mod">
          <ac:chgData name="Evgeny Solovyev" userId="bcfa930f-b6be-4bbb-aeb8-5203be9dadaa" providerId="ADAL" clId="{48D02D74-94F9-4B51-B4D4-321A578620E9}" dt="2022-12-19T11:57:33.269" v="12562" actId="478"/>
          <ac:picMkLst>
            <pc:docMk/>
            <pc:sldMk cId="2916770917" sldId="1306"/>
            <ac:picMk id="30" creationId="{F012E320-160F-0B89-3D48-9547C91BE93D}"/>
          </ac:picMkLst>
        </pc:picChg>
        <pc:picChg chg="mod">
          <ac:chgData name="Evgeny Solovyev" userId="bcfa930f-b6be-4bbb-aeb8-5203be9dadaa" providerId="ADAL" clId="{48D02D74-94F9-4B51-B4D4-321A578620E9}" dt="2022-12-19T10:48:45.939" v="12345" actId="1076"/>
          <ac:picMkLst>
            <pc:docMk/>
            <pc:sldMk cId="2916770917" sldId="1306"/>
            <ac:picMk id="35" creationId="{5FDA21A2-1A22-AB99-ED9E-B45E5C9205FB}"/>
          </ac:picMkLst>
        </pc:picChg>
      </pc:sldChg>
      <pc:sldChg chg="del">
        <pc:chgData name="Evgeny Solovyev" userId="bcfa930f-b6be-4bbb-aeb8-5203be9dadaa" providerId="ADAL" clId="{48D02D74-94F9-4B51-B4D4-321A578620E9}" dt="2022-12-21T05:26:27.044" v="14333" actId="2696"/>
        <pc:sldMkLst>
          <pc:docMk/>
          <pc:sldMk cId="1875562282" sldId="1307"/>
        </pc:sldMkLst>
      </pc:sldChg>
      <pc:sldChg chg="del">
        <pc:chgData name="Evgeny Solovyev" userId="bcfa930f-b6be-4bbb-aeb8-5203be9dadaa" providerId="ADAL" clId="{48D02D74-94F9-4B51-B4D4-321A578620E9}" dt="2022-12-21T05:26:27.044" v="14333" actId="2696"/>
        <pc:sldMkLst>
          <pc:docMk/>
          <pc:sldMk cId="2608493983" sldId="1308"/>
        </pc:sldMkLst>
      </pc:sldChg>
      <pc:sldChg chg="del">
        <pc:chgData name="Evgeny Solovyev" userId="bcfa930f-b6be-4bbb-aeb8-5203be9dadaa" providerId="ADAL" clId="{48D02D74-94F9-4B51-B4D4-321A578620E9}" dt="2022-12-21T05:26:27.044" v="14333" actId="2696"/>
        <pc:sldMkLst>
          <pc:docMk/>
          <pc:sldMk cId="2086910942" sldId="1309"/>
        </pc:sldMkLst>
      </pc:sldChg>
      <pc:sldChg chg="del">
        <pc:chgData name="Evgeny Solovyev" userId="bcfa930f-b6be-4bbb-aeb8-5203be9dadaa" providerId="ADAL" clId="{48D02D74-94F9-4B51-B4D4-321A578620E9}" dt="2022-12-21T05:26:27.044" v="14333" actId="2696"/>
        <pc:sldMkLst>
          <pc:docMk/>
          <pc:sldMk cId="371346519" sldId="1310"/>
        </pc:sldMkLst>
      </pc:sldChg>
      <pc:sldChg chg="del">
        <pc:chgData name="Evgeny Solovyev" userId="bcfa930f-b6be-4bbb-aeb8-5203be9dadaa" providerId="ADAL" clId="{48D02D74-94F9-4B51-B4D4-321A578620E9}" dt="2022-12-21T05:26:27.044" v="14333" actId="2696"/>
        <pc:sldMkLst>
          <pc:docMk/>
          <pc:sldMk cId="1126870640" sldId="1311"/>
        </pc:sldMkLst>
      </pc:sldChg>
      <pc:sldChg chg="del">
        <pc:chgData name="Evgeny Solovyev" userId="bcfa930f-b6be-4bbb-aeb8-5203be9dadaa" providerId="ADAL" clId="{48D02D74-94F9-4B51-B4D4-321A578620E9}" dt="2022-12-21T05:26:27.044" v="14333" actId="2696"/>
        <pc:sldMkLst>
          <pc:docMk/>
          <pc:sldMk cId="1560102998" sldId="1312"/>
        </pc:sldMkLst>
      </pc:sldChg>
      <pc:sldChg chg="addSp delSp modSp mod delAnim modAnim">
        <pc:chgData name="Evgeny Solovyev" userId="bcfa930f-b6be-4bbb-aeb8-5203be9dadaa" providerId="ADAL" clId="{48D02D74-94F9-4B51-B4D4-321A578620E9}" dt="2022-12-16T21:10:21.605" v="9194"/>
        <pc:sldMkLst>
          <pc:docMk/>
          <pc:sldMk cId="4130000649" sldId="1313"/>
        </pc:sldMkLst>
        <pc:spChg chg="mod">
          <ac:chgData name="Evgeny Solovyev" userId="bcfa930f-b6be-4bbb-aeb8-5203be9dadaa" providerId="ADAL" clId="{48D02D74-94F9-4B51-B4D4-321A578620E9}" dt="2022-12-16T21:00:41.491" v="9170" actId="14100"/>
          <ac:spMkLst>
            <pc:docMk/>
            <pc:sldMk cId="4130000649" sldId="1313"/>
            <ac:spMk id="3" creationId="{3EF185D0-AD24-C4E8-7592-B487F8A5B03E}"/>
          </ac:spMkLst>
        </pc:spChg>
        <pc:spChg chg="mod">
          <ac:chgData name="Evgeny Solovyev" userId="bcfa930f-b6be-4bbb-aeb8-5203be9dadaa" providerId="ADAL" clId="{48D02D74-94F9-4B51-B4D4-321A578620E9}" dt="2022-12-16T21:01:19.393" v="9177" actId="1076"/>
          <ac:spMkLst>
            <pc:docMk/>
            <pc:sldMk cId="4130000649" sldId="1313"/>
            <ac:spMk id="4" creationId="{D03610ED-725C-ACE6-33DA-D290BDCBDC2E}"/>
          </ac:spMkLst>
        </pc:spChg>
        <pc:spChg chg="mod">
          <ac:chgData name="Evgeny Solovyev" userId="bcfa930f-b6be-4bbb-aeb8-5203be9dadaa" providerId="ADAL" clId="{48D02D74-94F9-4B51-B4D4-321A578620E9}" dt="2022-12-16T21:01:12.088" v="9176" actId="1076"/>
          <ac:spMkLst>
            <pc:docMk/>
            <pc:sldMk cId="4130000649" sldId="1313"/>
            <ac:spMk id="5" creationId="{F5F764C5-BD3C-9CDC-2A0C-3482D8F8DCAD}"/>
          </ac:spMkLst>
        </pc:spChg>
        <pc:spChg chg="del">
          <ac:chgData name="Evgeny Solovyev" userId="bcfa930f-b6be-4bbb-aeb8-5203be9dadaa" providerId="ADAL" clId="{48D02D74-94F9-4B51-B4D4-321A578620E9}" dt="2022-12-16T21:01:03.536" v="9175" actId="478"/>
          <ac:spMkLst>
            <pc:docMk/>
            <pc:sldMk cId="4130000649" sldId="1313"/>
            <ac:spMk id="6" creationId="{1ECAD377-A2E6-74A9-AE30-311594C21E41}"/>
          </ac:spMkLst>
        </pc:spChg>
        <pc:picChg chg="add mod">
          <ac:chgData name="Evgeny Solovyev" userId="bcfa930f-b6be-4bbb-aeb8-5203be9dadaa" providerId="ADAL" clId="{48D02D74-94F9-4B51-B4D4-321A578620E9}" dt="2022-12-16T21:08:09.893" v="9189" actId="1076"/>
          <ac:picMkLst>
            <pc:docMk/>
            <pc:sldMk cId="4130000649" sldId="1313"/>
            <ac:picMk id="2" creationId="{9E33973A-0999-3B2A-CD3D-D5C559600E03}"/>
          </ac:picMkLst>
        </pc:picChg>
        <pc:picChg chg="mod">
          <ac:chgData name="Evgeny Solovyev" userId="bcfa930f-b6be-4bbb-aeb8-5203be9dadaa" providerId="ADAL" clId="{48D02D74-94F9-4B51-B4D4-321A578620E9}" dt="2022-12-16T21:01:19.393" v="9177" actId="1076"/>
          <ac:picMkLst>
            <pc:docMk/>
            <pc:sldMk cId="4130000649" sldId="1313"/>
            <ac:picMk id="9" creationId="{DC99CCFE-5DB0-B7F9-926E-AAF25DAFA268}"/>
          </ac:picMkLst>
        </pc:picChg>
        <pc:picChg chg="mod modCrop">
          <ac:chgData name="Evgeny Solovyev" userId="bcfa930f-b6be-4bbb-aeb8-5203be9dadaa" providerId="ADAL" clId="{48D02D74-94F9-4B51-B4D4-321A578620E9}" dt="2022-12-16T21:01:53.282" v="9184" actId="1076"/>
          <ac:picMkLst>
            <pc:docMk/>
            <pc:sldMk cId="4130000649" sldId="1313"/>
            <ac:picMk id="10" creationId="{67BBED55-A5EC-46DC-04BB-279BBD0C5B59}"/>
          </ac:picMkLst>
        </pc:picChg>
        <pc:picChg chg="mod">
          <ac:chgData name="Evgeny Solovyev" userId="bcfa930f-b6be-4bbb-aeb8-5203be9dadaa" providerId="ADAL" clId="{48D02D74-94F9-4B51-B4D4-321A578620E9}" dt="2022-12-16T21:01:27.566" v="9179" actId="14100"/>
          <ac:picMkLst>
            <pc:docMk/>
            <pc:sldMk cId="4130000649" sldId="1313"/>
            <ac:picMk id="11" creationId="{DF470163-F657-3DE0-C03F-B3F1FF12F6E9}"/>
          </ac:picMkLst>
        </pc:picChg>
        <pc:picChg chg="mod">
          <ac:chgData name="Evgeny Solovyev" userId="bcfa930f-b6be-4bbb-aeb8-5203be9dadaa" providerId="ADAL" clId="{48D02D74-94F9-4B51-B4D4-321A578620E9}" dt="2022-12-16T21:08:04.573" v="9187" actId="1076"/>
          <ac:picMkLst>
            <pc:docMk/>
            <pc:sldMk cId="4130000649" sldId="1313"/>
            <ac:picMk id="1026" creationId="{D449FAD5-113A-557D-79E4-0E9D46594D63}"/>
          </ac:picMkLst>
        </pc:picChg>
        <pc:picChg chg="del mod">
          <ac:chgData name="Evgeny Solovyev" userId="bcfa930f-b6be-4bbb-aeb8-5203be9dadaa" providerId="ADAL" clId="{48D02D74-94F9-4B51-B4D4-321A578620E9}" dt="2022-12-16T21:00:21.664" v="9164" actId="478"/>
          <ac:picMkLst>
            <pc:docMk/>
            <pc:sldMk cId="4130000649" sldId="1313"/>
            <ac:picMk id="1028" creationId="{491E809C-B9ED-301F-C3EE-D841861A29D6}"/>
          </ac:picMkLst>
        </pc:picChg>
      </pc:sldChg>
      <pc:sldChg chg="addSp delSp modSp mod">
        <pc:chgData name="Evgeny Solovyev" userId="bcfa930f-b6be-4bbb-aeb8-5203be9dadaa" providerId="ADAL" clId="{48D02D74-94F9-4B51-B4D4-321A578620E9}" dt="2022-12-16T21:20:37.281" v="9213" actId="1076"/>
        <pc:sldMkLst>
          <pc:docMk/>
          <pc:sldMk cId="3409272957" sldId="1314"/>
        </pc:sldMkLst>
        <pc:picChg chg="add del mod">
          <ac:chgData name="Evgeny Solovyev" userId="bcfa930f-b6be-4bbb-aeb8-5203be9dadaa" providerId="ADAL" clId="{48D02D74-94F9-4B51-B4D4-321A578620E9}" dt="2022-12-16T21:19:27.435" v="9205" actId="478"/>
          <ac:picMkLst>
            <pc:docMk/>
            <pc:sldMk cId="3409272957" sldId="1314"/>
            <ac:picMk id="4" creationId="{2FEEE140-D912-738F-5366-5DD0615EB0C9}"/>
          </ac:picMkLst>
        </pc:picChg>
        <pc:picChg chg="del">
          <ac:chgData name="Evgeny Solovyev" userId="bcfa930f-b6be-4bbb-aeb8-5203be9dadaa" providerId="ADAL" clId="{48D02D74-94F9-4B51-B4D4-321A578620E9}" dt="2022-12-16T21:17:36.743" v="9199" actId="478"/>
          <ac:picMkLst>
            <pc:docMk/>
            <pc:sldMk cId="3409272957" sldId="1314"/>
            <ac:picMk id="6" creationId="{D30CFAD4-0687-72A8-7BCF-E7354EA24799}"/>
          </ac:picMkLst>
        </pc:picChg>
        <pc:picChg chg="add mod modCrop">
          <ac:chgData name="Evgeny Solovyev" userId="bcfa930f-b6be-4bbb-aeb8-5203be9dadaa" providerId="ADAL" clId="{48D02D74-94F9-4B51-B4D4-321A578620E9}" dt="2022-12-16T21:20:37.281" v="9213" actId="1076"/>
          <ac:picMkLst>
            <pc:docMk/>
            <pc:sldMk cId="3409272957" sldId="1314"/>
            <ac:picMk id="7" creationId="{2022F000-C6E3-3361-79BD-6A5226E88B8A}"/>
          </ac:picMkLst>
        </pc:picChg>
      </pc:sldChg>
      <pc:sldChg chg="modSp mod">
        <pc:chgData name="Evgeny Solovyev" userId="bcfa930f-b6be-4bbb-aeb8-5203be9dadaa" providerId="ADAL" clId="{48D02D74-94F9-4B51-B4D4-321A578620E9}" dt="2022-12-18T08:56:32.947" v="11002" actId="1076"/>
        <pc:sldMkLst>
          <pc:docMk/>
          <pc:sldMk cId="1448167830" sldId="1315"/>
        </pc:sldMkLst>
        <pc:spChg chg="mod">
          <ac:chgData name="Evgeny Solovyev" userId="bcfa930f-b6be-4bbb-aeb8-5203be9dadaa" providerId="ADAL" clId="{48D02D74-94F9-4B51-B4D4-321A578620E9}" dt="2022-12-17T14:47:57.649" v="10567" actId="20577"/>
          <ac:spMkLst>
            <pc:docMk/>
            <pc:sldMk cId="1448167830" sldId="1315"/>
            <ac:spMk id="2" creationId="{9234B138-382A-480B-CDE4-82E35FC08A72}"/>
          </ac:spMkLst>
        </pc:spChg>
        <pc:spChg chg="mod">
          <ac:chgData name="Evgeny Solovyev" userId="bcfa930f-b6be-4bbb-aeb8-5203be9dadaa" providerId="ADAL" clId="{48D02D74-94F9-4B51-B4D4-321A578620E9}" dt="2022-12-18T08:54:33.712" v="10973" actId="1076"/>
          <ac:spMkLst>
            <pc:docMk/>
            <pc:sldMk cId="1448167830" sldId="1315"/>
            <ac:spMk id="3" creationId="{8407BCA5-3D67-516A-8F48-D622B28308BB}"/>
          </ac:spMkLst>
        </pc:spChg>
        <pc:spChg chg="mod">
          <ac:chgData name="Evgeny Solovyev" userId="bcfa930f-b6be-4bbb-aeb8-5203be9dadaa" providerId="ADAL" clId="{48D02D74-94F9-4B51-B4D4-321A578620E9}" dt="2022-12-18T08:54:54.465" v="10975" actId="1076"/>
          <ac:spMkLst>
            <pc:docMk/>
            <pc:sldMk cId="1448167830" sldId="1315"/>
            <ac:spMk id="4" creationId="{4ADFCFEB-048E-A5ED-1CA5-FFB21C6D789E}"/>
          </ac:spMkLst>
        </pc:spChg>
        <pc:spChg chg="mod">
          <ac:chgData name="Evgeny Solovyev" userId="bcfa930f-b6be-4bbb-aeb8-5203be9dadaa" providerId="ADAL" clId="{48D02D74-94F9-4B51-B4D4-321A578620E9}" dt="2022-12-18T08:56:32.947" v="11002" actId="1076"/>
          <ac:spMkLst>
            <pc:docMk/>
            <pc:sldMk cId="1448167830" sldId="1315"/>
            <ac:spMk id="5" creationId="{6FB12348-DF06-9E94-8BB6-531946713A6C}"/>
          </ac:spMkLst>
        </pc:spChg>
        <pc:picChg chg="mod">
          <ac:chgData name="Evgeny Solovyev" userId="bcfa930f-b6be-4bbb-aeb8-5203be9dadaa" providerId="ADAL" clId="{48D02D74-94F9-4B51-B4D4-321A578620E9}" dt="2022-12-18T08:54:37.269" v="10974" actId="1076"/>
          <ac:picMkLst>
            <pc:docMk/>
            <pc:sldMk cId="1448167830" sldId="1315"/>
            <ac:picMk id="6" creationId="{BA753995-07CD-9C4C-CF68-4F6225DB69D5}"/>
          </ac:picMkLst>
        </pc:picChg>
        <pc:picChg chg="mod">
          <ac:chgData name="Evgeny Solovyev" userId="bcfa930f-b6be-4bbb-aeb8-5203be9dadaa" providerId="ADAL" clId="{48D02D74-94F9-4B51-B4D4-321A578620E9}" dt="2022-12-18T08:33:04.774" v="10875" actId="1076"/>
          <ac:picMkLst>
            <pc:docMk/>
            <pc:sldMk cId="1448167830" sldId="1315"/>
            <ac:picMk id="8194" creationId="{36BD5B0E-216C-1D4F-A016-9C02710855BB}"/>
          </ac:picMkLst>
        </pc:picChg>
      </pc:sldChg>
      <pc:sldChg chg="modSp mod">
        <pc:chgData name="Evgeny Solovyev" userId="bcfa930f-b6be-4bbb-aeb8-5203be9dadaa" providerId="ADAL" clId="{48D02D74-94F9-4B51-B4D4-321A578620E9}" dt="2022-12-17T08:45:07.745" v="9526" actId="1076"/>
        <pc:sldMkLst>
          <pc:docMk/>
          <pc:sldMk cId="2224841584" sldId="1316"/>
        </pc:sldMkLst>
        <pc:spChg chg="mod">
          <ac:chgData name="Evgeny Solovyev" userId="bcfa930f-b6be-4bbb-aeb8-5203be9dadaa" providerId="ADAL" clId="{48D02D74-94F9-4B51-B4D4-321A578620E9}" dt="2022-12-17T08:36:47.686" v="9237" actId="404"/>
          <ac:spMkLst>
            <pc:docMk/>
            <pc:sldMk cId="2224841584" sldId="1316"/>
            <ac:spMk id="2" creationId="{266C981E-1D47-0D44-23BE-B5AE4571598B}"/>
          </ac:spMkLst>
        </pc:spChg>
        <pc:spChg chg="mod">
          <ac:chgData name="Evgeny Solovyev" userId="bcfa930f-b6be-4bbb-aeb8-5203be9dadaa" providerId="ADAL" clId="{48D02D74-94F9-4B51-B4D4-321A578620E9}" dt="2022-12-17T08:37:32.650" v="9265" actId="20577"/>
          <ac:spMkLst>
            <pc:docMk/>
            <pc:sldMk cId="2224841584" sldId="1316"/>
            <ac:spMk id="3" creationId="{CDBD8D78-C446-22E8-DAF1-5BCD67B71F55}"/>
          </ac:spMkLst>
        </pc:spChg>
        <pc:spChg chg="mod">
          <ac:chgData name="Evgeny Solovyev" userId="bcfa930f-b6be-4bbb-aeb8-5203be9dadaa" providerId="ADAL" clId="{48D02D74-94F9-4B51-B4D4-321A578620E9}" dt="2022-12-17T08:37:44.833" v="9282" actId="14100"/>
          <ac:spMkLst>
            <pc:docMk/>
            <pc:sldMk cId="2224841584" sldId="1316"/>
            <ac:spMk id="4" creationId="{6CC52160-8D0D-24DA-445E-C3A76541D37D}"/>
          </ac:spMkLst>
        </pc:spChg>
        <pc:spChg chg="mod">
          <ac:chgData name="Evgeny Solovyev" userId="bcfa930f-b6be-4bbb-aeb8-5203be9dadaa" providerId="ADAL" clId="{48D02D74-94F9-4B51-B4D4-321A578620E9}" dt="2022-12-17T08:38:06.852" v="9311" actId="14100"/>
          <ac:spMkLst>
            <pc:docMk/>
            <pc:sldMk cId="2224841584" sldId="1316"/>
            <ac:spMk id="5" creationId="{55D8C575-194C-7F93-B760-5EC9B50E0DE2}"/>
          </ac:spMkLst>
        </pc:spChg>
        <pc:spChg chg="mod">
          <ac:chgData name="Evgeny Solovyev" userId="bcfa930f-b6be-4bbb-aeb8-5203be9dadaa" providerId="ADAL" clId="{48D02D74-94F9-4B51-B4D4-321A578620E9}" dt="2022-12-17T08:38:23.106" v="9334" actId="14100"/>
          <ac:spMkLst>
            <pc:docMk/>
            <pc:sldMk cId="2224841584" sldId="1316"/>
            <ac:spMk id="6" creationId="{2370F5D3-0B44-65F9-20BD-CE15CC22A2E9}"/>
          </ac:spMkLst>
        </pc:spChg>
        <pc:spChg chg="mod">
          <ac:chgData name="Evgeny Solovyev" userId="bcfa930f-b6be-4bbb-aeb8-5203be9dadaa" providerId="ADAL" clId="{48D02D74-94F9-4B51-B4D4-321A578620E9}" dt="2022-12-17T08:39:18.359" v="9396" actId="1076"/>
          <ac:spMkLst>
            <pc:docMk/>
            <pc:sldMk cId="2224841584" sldId="1316"/>
            <ac:spMk id="7" creationId="{671811AE-9668-1D3D-DC6B-B40E08444142}"/>
          </ac:spMkLst>
        </pc:spChg>
        <pc:spChg chg="mod">
          <ac:chgData name="Evgeny Solovyev" userId="bcfa930f-b6be-4bbb-aeb8-5203be9dadaa" providerId="ADAL" clId="{48D02D74-94F9-4B51-B4D4-321A578620E9}" dt="2022-12-17T08:45:07.745" v="9526" actId="1076"/>
          <ac:spMkLst>
            <pc:docMk/>
            <pc:sldMk cId="2224841584" sldId="1316"/>
            <ac:spMk id="9" creationId="{F0F8C403-1ECC-097A-743D-AA5D10169E4B}"/>
          </ac:spMkLst>
        </pc:spChg>
        <pc:picChg chg="mod">
          <ac:chgData name="Evgeny Solovyev" userId="bcfa930f-b6be-4bbb-aeb8-5203be9dadaa" providerId="ADAL" clId="{48D02D74-94F9-4B51-B4D4-321A578620E9}" dt="2022-12-17T08:37:42.537" v="9281" actId="1076"/>
          <ac:picMkLst>
            <pc:docMk/>
            <pc:sldMk cId="2224841584" sldId="1316"/>
            <ac:picMk id="10" creationId="{DFB84358-9CAE-3D72-06E0-C5C044E2CF60}"/>
          </ac:picMkLst>
        </pc:picChg>
        <pc:picChg chg="mod">
          <ac:chgData name="Evgeny Solovyev" userId="bcfa930f-b6be-4bbb-aeb8-5203be9dadaa" providerId="ADAL" clId="{48D02D74-94F9-4B51-B4D4-321A578620E9}" dt="2022-12-17T08:38:04.123" v="9310" actId="1076"/>
          <ac:picMkLst>
            <pc:docMk/>
            <pc:sldMk cId="2224841584" sldId="1316"/>
            <ac:picMk id="11" creationId="{CE1AEBF3-C58F-B457-EA1A-8D0D3C76A66E}"/>
          </ac:picMkLst>
        </pc:picChg>
        <pc:picChg chg="mod">
          <ac:chgData name="Evgeny Solovyev" userId="bcfa930f-b6be-4bbb-aeb8-5203be9dadaa" providerId="ADAL" clId="{48D02D74-94F9-4B51-B4D4-321A578620E9}" dt="2022-12-17T08:38:11.818" v="9312" actId="1076"/>
          <ac:picMkLst>
            <pc:docMk/>
            <pc:sldMk cId="2224841584" sldId="1316"/>
            <ac:picMk id="12" creationId="{9AE63D07-3796-B35C-0C1E-57DE54F0E364}"/>
          </ac:picMkLst>
        </pc:picChg>
        <pc:picChg chg="mod">
          <ac:chgData name="Evgeny Solovyev" userId="bcfa930f-b6be-4bbb-aeb8-5203be9dadaa" providerId="ADAL" clId="{48D02D74-94F9-4B51-B4D4-321A578620E9}" dt="2022-12-17T08:38:04.123" v="9310" actId="1076"/>
          <ac:picMkLst>
            <pc:docMk/>
            <pc:sldMk cId="2224841584" sldId="1316"/>
            <ac:picMk id="2050" creationId="{9BB14E86-F370-27DC-9EB5-68CC3B49DA45}"/>
          </ac:picMkLst>
        </pc:picChg>
        <pc:picChg chg="mod">
          <ac:chgData name="Evgeny Solovyev" userId="bcfa930f-b6be-4bbb-aeb8-5203be9dadaa" providerId="ADAL" clId="{48D02D74-94F9-4B51-B4D4-321A578620E9}" dt="2022-12-17T08:38:04.123" v="9310" actId="1076"/>
          <ac:picMkLst>
            <pc:docMk/>
            <pc:sldMk cId="2224841584" sldId="1316"/>
            <ac:picMk id="2054" creationId="{0C390E05-16F5-99E7-02F4-9558FD770A1F}"/>
          </ac:picMkLst>
        </pc:picChg>
      </pc:sldChg>
      <pc:sldChg chg="addSp modSp mod modAnim">
        <pc:chgData name="Evgeny Solovyev" userId="bcfa930f-b6be-4bbb-aeb8-5203be9dadaa" providerId="ADAL" clId="{48D02D74-94F9-4B51-B4D4-321A578620E9}" dt="2022-12-17T09:06:26.814" v="9909" actId="20577"/>
        <pc:sldMkLst>
          <pc:docMk/>
          <pc:sldMk cId="3465426288" sldId="1317"/>
        </pc:sldMkLst>
        <pc:spChg chg="mod">
          <ac:chgData name="Evgeny Solovyev" userId="bcfa930f-b6be-4bbb-aeb8-5203be9dadaa" providerId="ADAL" clId="{48D02D74-94F9-4B51-B4D4-321A578620E9}" dt="2022-12-17T08:47:09.351" v="9593" actId="404"/>
          <ac:spMkLst>
            <pc:docMk/>
            <pc:sldMk cId="3465426288" sldId="1317"/>
            <ac:spMk id="2" creationId="{5E0919DC-84FF-B730-F8E7-FCD7E3FFED49}"/>
          </ac:spMkLst>
        </pc:spChg>
        <pc:spChg chg="mod">
          <ac:chgData name="Evgeny Solovyev" userId="bcfa930f-b6be-4bbb-aeb8-5203be9dadaa" providerId="ADAL" clId="{48D02D74-94F9-4B51-B4D4-321A578620E9}" dt="2022-12-17T08:54:43.153" v="9677" actId="6549"/>
          <ac:spMkLst>
            <pc:docMk/>
            <pc:sldMk cId="3465426288" sldId="1317"/>
            <ac:spMk id="3" creationId="{32312947-7811-144D-032A-944801937282}"/>
          </ac:spMkLst>
        </pc:spChg>
        <pc:spChg chg="mod">
          <ac:chgData name="Evgeny Solovyev" userId="bcfa930f-b6be-4bbb-aeb8-5203be9dadaa" providerId="ADAL" clId="{48D02D74-94F9-4B51-B4D4-321A578620E9}" dt="2022-12-17T08:56:26.561" v="9724" actId="20577"/>
          <ac:spMkLst>
            <pc:docMk/>
            <pc:sldMk cId="3465426288" sldId="1317"/>
            <ac:spMk id="4" creationId="{BAE30B00-26BD-DC2E-ED21-670900FD180D}"/>
          </ac:spMkLst>
        </pc:spChg>
        <pc:spChg chg="mod">
          <ac:chgData name="Evgeny Solovyev" userId="bcfa930f-b6be-4bbb-aeb8-5203be9dadaa" providerId="ADAL" clId="{48D02D74-94F9-4B51-B4D4-321A578620E9}" dt="2022-12-17T08:57:04.252" v="9798" actId="20577"/>
          <ac:spMkLst>
            <pc:docMk/>
            <pc:sldMk cId="3465426288" sldId="1317"/>
            <ac:spMk id="5" creationId="{A18A07CE-78CE-CAFF-55EF-EDF52061E0F9}"/>
          </ac:spMkLst>
        </pc:spChg>
        <pc:spChg chg="mod">
          <ac:chgData name="Evgeny Solovyev" userId="bcfa930f-b6be-4bbb-aeb8-5203be9dadaa" providerId="ADAL" clId="{48D02D74-94F9-4B51-B4D4-321A578620E9}" dt="2022-12-17T09:01:43.450" v="9889" actId="313"/>
          <ac:spMkLst>
            <pc:docMk/>
            <pc:sldMk cId="3465426288" sldId="1317"/>
            <ac:spMk id="6" creationId="{3CB078F5-0CDB-7F54-B399-B0510A790EF7}"/>
          </ac:spMkLst>
        </pc:spChg>
        <pc:spChg chg="mod">
          <ac:chgData name="Evgeny Solovyev" userId="bcfa930f-b6be-4bbb-aeb8-5203be9dadaa" providerId="ADAL" clId="{48D02D74-94F9-4B51-B4D4-321A578620E9}" dt="2022-12-17T09:06:26.814" v="9909" actId="20577"/>
          <ac:spMkLst>
            <pc:docMk/>
            <pc:sldMk cId="3465426288" sldId="1317"/>
            <ac:spMk id="7" creationId="{A425EBB0-3954-0AC0-7207-D21786FE0C9E}"/>
          </ac:spMkLst>
        </pc:spChg>
        <pc:spChg chg="add mod">
          <ac:chgData name="Evgeny Solovyev" userId="bcfa930f-b6be-4bbb-aeb8-5203be9dadaa" providerId="ADAL" clId="{48D02D74-94F9-4B51-B4D4-321A578620E9}" dt="2022-12-17T08:47:28.075" v="9603" actId="20577"/>
          <ac:spMkLst>
            <pc:docMk/>
            <pc:sldMk cId="3465426288" sldId="1317"/>
            <ac:spMk id="8" creationId="{B3F0C4AA-FFBF-3528-76A3-5920F935B639}"/>
          </ac:spMkLst>
        </pc:spChg>
        <pc:picChg chg="add mod">
          <ac:chgData name="Evgeny Solovyev" userId="bcfa930f-b6be-4bbb-aeb8-5203be9dadaa" providerId="ADAL" clId="{48D02D74-94F9-4B51-B4D4-321A578620E9}" dt="2022-12-17T08:47:15.893" v="9594" actId="1076"/>
          <ac:picMkLst>
            <pc:docMk/>
            <pc:sldMk cId="3465426288" sldId="1317"/>
            <ac:picMk id="9" creationId="{D64E23DC-741D-6316-BB82-9CEE08DCC35D}"/>
          </ac:picMkLst>
        </pc:picChg>
      </pc:sldChg>
      <pc:sldChg chg="modSp mod">
        <pc:chgData name="Evgeny Solovyev" userId="bcfa930f-b6be-4bbb-aeb8-5203be9dadaa" providerId="ADAL" clId="{48D02D74-94F9-4B51-B4D4-321A578620E9}" dt="2022-12-17T09:08:18.147" v="9969" actId="20577"/>
        <pc:sldMkLst>
          <pc:docMk/>
          <pc:sldMk cId="3624377177" sldId="1318"/>
        </pc:sldMkLst>
        <pc:spChg chg="mod">
          <ac:chgData name="Evgeny Solovyev" userId="bcfa930f-b6be-4bbb-aeb8-5203be9dadaa" providerId="ADAL" clId="{48D02D74-94F9-4B51-B4D4-321A578620E9}" dt="2022-12-17T09:06:52.747" v="9910"/>
          <ac:spMkLst>
            <pc:docMk/>
            <pc:sldMk cId="3624377177" sldId="1318"/>
            <ac:spMk id="2" creationId="{F4C6549B-6872-0170-BE2A-D2AE6F366141}"/>
          </ac:spMkLst>
        </pc:spChg>
        <pc:spChg chg="mod">
          <ac:chgData name="Evgeny Solovyev" userId="bcfa930f-b6be-4bbb-aeb8-5203be9dadaa" providerId="ADAL" clId="{48D02D74-94F9-4B51-B4D4-321A578620E9}" dt="2022-12-17T09:08:18.147" v="9969" actId="20577"/>
          <ac:spMkLst>
            <pc:docMk/>
            <pc:sldMk cId="3624377177" sldId="1318"/>
            <ac:spMk id="3" creationId="{FBA567F5-3648-F7F7-70DC-F45C8DF93B99}"/>
          </ac:spMkLst>
        </pc:spChg>
      </pc:sldChg>
      <pc:sldChg chg="modSp mod modAnim">
        <pc:chgData name="Evgeny Solovyev" userId="bcfa930f-b6be-4bbb-aeb8-5203be9dadaa" providerId="ADAL" clId="{48D02D74-94F9-4B51-B4D4-321A578620E9}" dt="2022-12-17T14:47:29.415" v="10550" actId="14100"/>
        <pc:sldMkLst>
          <pc:docMk/>
          <pc:sldMk cId="4199905755" sldId="1320"/>
        </pc:sldMkLst>
        <pc:spChg chg="mod">
          <ac:chgData name="Evgeny Solovyev" userId="bcfa930f-b6be-4bbb-aeb8-5203be9dadaa" providerId="ADAL" clId="{48D02D74-94F9-4B51-B4D4-321A578620E9}" dt="2022-12-17T11:53:21.898" v="10421" actId="20577"/>
          <ac:spMkLst>
            <pc:docMk/>
            <pc:sldMk cId="4199905755" sldId="1320"/>
            <ac:spMk id="2" creationId="{462B2F18-EC5C-7036-60DD-9E280421A1E5}"/>
          </ac:spMkLst>
        </pc:spChg>
        <pc:spChg chg="mod">
          <ac:chgData name="Evgeny Solovyev" userId="bcfa930f-b6be-4bbb-aeb8-5203be9dadaa" providerId="ADAL" clId="{48D02D74-94F9-4B51-B4D4-321A578620E9}" dt="2022-12-17T14:45:25.504" v="10425" actId="404"/>
          <ac:spMkLst>
            <pc:docMk/>
            <pc:sldMk cId="4199905755" sldId="1320"/>
            <ac:spMk id="3" creationId="{5CD2F253-2A26-DE65-32FC-4BDC47F50426}"/>
          </ac:spMkLst>
        </pc:spChg>
        <pc:spChg chg="mod">
          <ac:chgData name="Evgeny Solovyev" userId="bcfa930f-b6be-4bbb-aeb8-5203be9dadaa" providerId="ADAL" clId="{48D02D74-94F9-4B51-B4D4-321A578620E9}" dt="2022-12-17T14:45:53.139" v="10457" actId="20577"/>
          <ac:spMkLst>
            <pc:docMk/>
            <pc:sldMk cId="4199905755" sldId="1320"/>
            <ac:spMk id="4" creationId="{D63A8857-7548-156F-DBCD-84CCF7A14DAB}"/>
          </ac:spMkLst>
        </pc:spChg>
        <pc:spChg chg="mod">
          <ac:chgData name="Evgeny Solovyev" userId="bcfa930f-b6be-4bbb-aeb8-5203be9dadaa" providerId="ADAL" clId="{48D02D74-94F9-4B51-B4D4-321A578620E9}" dt="2022-12-17T14:46:38.256" v="10493" actId="20577"/>
          <ac:spMkLst>
            <pc:docMk/>
            <pc:sldMk cId="4199905755" sldId="1320"/>
            <ac:spMk id="5" creationId="{7EF99546-0171-FF47-CFE9-96526C094620}"/>
          </ac:spMkLst>
        </pc:spChg>
        <pc:spChg chg="mod">
          <ac:chgData name="Evgeny Solovyev" userId="bcfa930f-b6be-4bbb-aeb8-5203be9dadaa" providerId="ADAL" clId="{48D02D74-94F9-4B51-B4D4-321A578620E9}" dt="2022-12-17T14:47:29.415" v="10550" actId="14100"/>
          <ac:spMkLst>
            <pc:docMk/>
            <pc:sldMk cId="4199905755" sldId="1320"/>
            <ac:spMk id="6" creationId="{F2E9254D-42EB-A37E-589B-CB234ABCA22E}"/>
          </ac:spMkLst>
        </pc:spChg>
        <pc:spChg chg="mod">
          <ac:chgData name="Evgeny Solovyev" userId="bcfa930f-b6be-4bbb-aeb8-5203be9dadaa" providerId="ADAL" clId="{48D02D74-94F9-4B51-B4D4-321A578620E9}" dt="2022-12-17T14:47:15.247" v="10529" actId="14100"/>
          <ac:spMkLst>
            <pc:docMk/>
            <pc:sldMk cId="4199905755" sldId="1320"/>
            <ac:spMk id="7" creationId="{9BF3C3C1-E3B2-6581-51C4-6A395DD9DE8D}"/>
          </ac:spMkLst>
        </pc:spChg>
        <pc:spChg chg="mod">
          <ac:chgData name="Evgeny Solovyev" userId="bcfa930f-b6be-4bbb-aeb8-5203be9dadaa" providerId="ADAL" clId="{48D02D74-94F9-4B51-B4D4-321A578620E9}" dt="2022-12-17T14:46:29.016" v="10475" actId="14100"/>
          <ac:spMkLst>
            <pc:docMk/>
            <pc:sldMk cId="4199905755" sldId="1320"/>
            <ac:spMk id="8" creationId="{DA693B2B-7BF5-774C-947D-52E982CF0800}"/>
          </ac:spMkLst>
        </pc:spChg>
        <pc:spChg chg="mod">
          <ac:chgData name="Evgeny Solovyev" userId="bcfa930f-b6be-4bbb-aeb8-5203be9dadaa" providerId="ADAL" clId="{48D02D74-94F9-4B51-B4D4-321A578620E9}" dt="2022-12-17T14:46:24.571" v="10474" actId="14100"/>
          <ac:spMkLst>
            <pc:docMk/>
            <pc:sldMk cId="4199905755" sldId="1320"/>
            <ac:spMk id="9" creationId="{2D05F505-3506-0906-3F3E-5F310D4BCFBC}"/>
          </ac:spMkLst>
        </pc:spChg>
        <pc:spChg chg="mod">
          <ac:chgData name="Evgeny Solovyev" userId="bcfa930f-b6be-4bbb-aeb8-5203be9dadaa" providerId="ADAL" clId="{48D02D74-94F9-4B51-B4D4-321A578620E9}" dt="2022-12-17T14:46:53.538" v="10513" actId="20577"/>
          <ac:spMkLst>
            <pc:docMk/>
            <pc:sldMk cId="4199905755" sldId="1320"/>
            <ac:spMk id="16" creationId="{ABE220C4-0C06-1C71-BEC5-99D5F96890A8}"/>
          </ac:spMkLst>
        </pc:spChg>
        <pc:spChg chg="mod">
          <ac:chgData name="Evgeny Solovyev" userId="bcfa930f-b6be-4bbb-aeb8-5203be9dadaa" providerId="ADAL" clId="{48D02D74-94F9-4B51-B4D4-321A578620E9}" dt="2022-12-17T14:47:07.291" v="10528" actId="20577"/>
          <ac:spMkLst>
            <pc:docMk/>
            <pc:sldMk cId="4199905755" sldId="1320"/>
            <ac:spMk id="17" creationId="{8647B1B0-DCDA-53B2-7185-4CD2FBBB2E2E}"/>
          </ac:spMkLst>
        </pc:spChg>
      </pc:sldChg>
      <pc:sldChg chg="modSp del mod">
        <pc:chgData name="Evgeny Solovyev" userId="bcfa930f-b6be-4bbb-aeb8-5203be9dadaa" providerId="ADAL" clId="{48D02D74-94F9-4B51-B4D4-321A578620E9}" dt="2022-12-17T11:45:37.931" v="10168" actId="2696"/>
        <pc:sldMkLst>
          <pc:docMk/>
          <pc:sldMk cId="541355760" sldId="1321"/>
        </pc:sldMkLst>
        <pc:spChg chg="mod">
          <ac:chgData name="Evgeny Solovyev" userId="bcfa930f-b6be-4bbb-aeb8-5203be9dadaa" providerId="ADAL" clId="{48D02D74-94F9-4B51-B4D4-321A578620E9}" dt="2022-12-17T11:11:08.521" v="10143" actId="6549"/>
          <ac:spMkLst>
            <pc:docMk/>
            <pc:sldMk cId="541355760" sldId="1321"/>
            <ac:spMk id="5" creationId="{65349EAC-B3B0-D344-4CAE-4874AAC2FBDA}"/>
          </ac:spMkLst>
        </pc:spChg>
        <pc:spChg chg="mod">
          <ac:chgData name="Evgeny Solovyev" userId="bcfa930f-b6be-4bbb-aeb8-5203be9dadaa" providerId="ADAL" clId="{48D02D74-94F9-4B51-B4D4-321A578620E9}" dt="2022-12-17T11:11:58.997" v="10154" actId="20577"/>
          <ac:spMkLst>
            <pc:docMk/>
            <pc:sldMk cId="541355760" sldId="1321"/>
            <ac:spMk id="6" creationId="{DBC2B877-22C9-068C-F5D9-DC35D4AF9EB1}"/>
          </ac:spMkLst>
        </pc:spChg>
        <pc:spChg chg="mod">
          <ac:chgData name="Evgeny Solovyev" userId="bcfa930f-b6be-4bbb-aeb8-5203be9dadaa" providerId="ADAL" clId="{48D02D74-94F9-4B51-B4D4-321A578620E9}" dt="2022-12-17T11:11:17.526" v="10144" actId="6549"/>
          <ac:spMkLst>
            <pc:docMk/>
            <pc:sldMk cId="541355760" sldId="1321"/>
            <ac:spMk id="12" creationId="{BF29B539-6E38-E540-FB16-33128ECF749A}"/>
          </ac:spMkLst>
        </pc:spChg>
        <pc:spChg chg="mod">
          <ac:chgData name="Evgeny Solovyev" userId="bcfa930f-b6be-4bbb-aeb8-5203be9dadaa" providerId="ADAL" clId="{48D02D74-94F9-4B51-B4D4-321A578620E9}" dt="2022-12-17T11:10:54.532" v="10140" actId="20577"/>
          <ac:spMkLst>
            <pc:docMk/>
            <pc:sldMk cId="541355760" sldId="1321"/>
            <ac:spMk id="20" creationId="{A90B467B-64BB-DDCC-3D4F-6A2D38AE3720}"/>
          </ac:spMkLst>
        </pc:spChg>
      </pc:sldChg>
      <pc:sldChg chg="addSp modSp mod modAnim">
        <pc:chgData name="Evgeny Solovyev" userId="bcfa930f-b6be-4bbb-aeb8-5203be9dadaa" providerId="ADAL" clId="{48D02D74-94F9-4B51-B4D4-321A578620E9}" dt="2022-12-18T09:56:43.221" v="11649" actId="20577"/>
        <pc:sldMkLst>
          <pc:docMk/>
          <pc:sldMk cId="494428182" sldId="1322"/>
        </pc:sldMkLst>
        <pc:spChg chg="mod">
          <ac:chgData name="Evgeny Solovyev" userId="bcfa930f-b6be-4bbb-aeb8-5203be9dadaa" providerId="ADAL" clId="{48D02D74-94F9-4B51-B4D4-321A578620E9}" dt="2022-12-18T08:57:22.186" v="11072" actId="403"/>
          <ac:spMkLst>
            <pc:docMk/>
            <pc:sldMk cId="494428182" sldId="1322"/>
            <ac:spMk id="2" creationId="{BB230009-1BD7-0D96-F413-D339E4C53725}"/>
          </ac:spMkLst>
        </pc:spChg>
        <pc:spChg chg="mod">
          <ac:chgData name="Evgeny Solovyev" userId="bcfa930f-b6be-4bbb-aeb8-5203be9dadaa" providerId="ADAL" clId="{48D02D74-94F9-4B51-B4D4-321A578620E9}" dt="2022-12-18T09:49:59.773" v="11455" actId="1076"/>
          <ac:spMkLst>
            <pc:docMk/>
            <pc:sldMk cId="494428182" sldId="1322"/>
            <ac:spMk id="3" creationId="{DDB35808-A907-060D-E01A-5AE6E88C5F83}"/>
          </ac:spMkLst>
        </pc:spChg>
        <pc:spChg chg="mod">
          <ac:chgData name="Evgeny Solovyev" userId="bcfa930f-b6be-4bbb-aeb8-5203be9dadaa" providerId="ADAL" clId="{48D02D74-94F9-4B51-B4D4-321A578620E9}" dt="2022-12-18T09:54:47.427" v="11609" actId="1076"/>
          <ac:spMkLst>
            <pc:docMk/>
            <pc:sldMk cId="494428182" sldId="1322"/>
            <ac:spMk id="4" creationId="{82877384-FCBF-1499-4E0D-AB8C507597CA}"/>
          </ac:spMkLst>
        </pc:spChg>
        <pc:spChg chg="mod">
          <ac:chgData name="Evgeny Solovyev" userId="bcfa930f-b6be-4bbb-aeb8-5203be9dadaa" providerId="ADAL" clId="{48D02D74-94F9-4B51-B4D4-321A578620E9}" dt="2022-12-18T09:03:22.640" v="11159" actId="1076"/>
          <ac:spMkLst>
            <pc:docMk/>
            <pc:sldMk cId="494428182" sldId="1322"/>
            <ac:spMk id="5" creationId="{CB8019DB-AC53-DA19-5AB5-98EA9FD1EDB1}"/>
          </ac:spMkLst>
        </pc:spChg>
        <pc:spChg chg="mod">
          <ac:chgData name="Evgeny Solovyev" userId="bcfa930f-b6be-4bbb-aeb8-5203be9dadaa" providerId="ADAL" clId="{48D02D74-94F9-4B51-B4D4-321A578620E9}" dt="2022-12-18T09:54:50.734" v="11610" actId="1076"/>
          <ac:spMkLst>
            <pc:docMk/>
            <pc:sldMk cId="494428182" sldId="1322"/>
            <ac:spMk id="7" creationId="{5B822AF1-636D-776A-398E-CB7CCE244A1B}"/>
          </ac:spMkLst>
        </pc:spChg>
        <pc:spChg chg="mod">
          <ac:chgData name="Evgeny Solovyev" userId="bcfa930f-b6be-4bbb-aeb8-5203be9dadaa" providerId="ADAL" clId="{48D02D74-94F9-4B51-B4D4-321A578620E9}" dt="2022-12-18T09:54:53.547" v="11611" actId="1076"/>
          <ac:spMkLst>
            <pc:docMk/>
            <pc:sldMk cId="494428182" sldId="1322"/>
            <ac:spMk id="8" creationId="{C0BE56D1-8349-2C86-0A33-D653A73B55D5}"/>
          </ac:spMkLst>
        </pc:spChg>
        <pc:spChg chg="mod">
          <ac:chgData name="Evgeny Solovyev" userId="bcfa930f-b6be-4bbb-aeb8-5203be9dadaa" providerId="ADAL" clId="{48D02D74-94F9-4B51-B4D4-321A578620E9}" dt="2022-12-18T09:54:09.965" v="11588" actId="1076"/>
          <ac:spMkLst>
            <pc:docMk/>
            <pc:sldMk cId="494428182" sldId="1322"/>
            <ac:spMk id="9" creationId="{7268D703-4668-7100-1044-9A45F40FDBCB}"/>
          </ac:spMkLst>
        </pc:spChg>
        <pc:spChg chg="mod">
          <ac:chgData name="Evgeny Solovyev" userId="bcfa930f-b6be-4bbb-aeb8-5203be9dadaa" providerId="ADAL" clId="{48D02D74-94F9-4B51-B4D4-321A578620E9}" dt="2022-12-18T09:56:43.221" v="11649" actId="20577"/>
          <ac:spMkLst>
            <pc:docMk/>
            <pc:sldMk cId="494428182" sldId="1322"/>
            <ac:spMk id="10" creationId="{1ADC34FE-37DC-324B-340B-9D6A38B67F5D}"/>
          </ac:spMkLst>
        </pc:spChg>
        <pc:spChg chg="mod">
          <ac:chgData name="Evgeny Solovyev" userId="bcfa930f-b6be-4bbb-aeb8-5203be9dadaa" providerId="ADAL" clId="{48D02D74-94F9-4B51-B4D4-321A578620E9}" dt="2022-12-18T09:54:23.457" v="11607" actId="1076"/>
          <ac:spMkLst>
            <pc:docMk/>
            <pc:sldMk cId="494428182" sldId="1322"/>
            <ac:spMk id="12" creationId="{E427CF12-E6C7-3320-10B4-8F813223BBD1}"/>
          </ac:spMkLst>
        </pc:spChg>
        <pc:picChg chg="add mod">
          <ac:chgData name="Evgeny Solovyev" userId="bcfa930f-b6be-4bbb-aeb8-5203be9dadaa" providerId="ADAL" clId="{48D02D74-94F9-4B51-B4D4-321A578620E9}" dt="2022-12-18T09:51:11.228" v="11513" actId="571"/>
          <ac:picMkLst>
            <pc:docMk/>
            <pc:sldMk cId="494428182" sldId="1322"/>
            <ac:picMk id="6" creationId="{A5A37D89-B182-EC6F-0507-8836D1484B6F}"/>
          </ac:picMkLst>
        </pc:picChg>
        <pc:picChg chg="mod">
          <ac:chgData name="Evgeny Solovyev" userId="bcfa930f-b6be-4bbb-aeb8-5203be9dadaa" providerId="ADAL" clId="{48D02D74-94F9-4B51-B4D4-321A578620E9}" dt="2022-12-18T09:52:44.405" v="11550" actId="1076"/>
          <ac:picMkLst>
            <pc:docMk/>
            <pc:sldMk cId="494428182" sldId="1322"/>
            <ac:picMk id="11" creationId="{F3428C44-EFB5-22CE-5C13-8C6FF9EB97FE}"/>
          </ac:picMkLst>
        </pc:picChg>
        <pc:picChg chg="mod">
          <ac:chgData name="Evgeny Solovyev" userId="bcfa930f-b6be-4bbb-aeb8-5203be9dadaa" providerId="ADAL" clId="{48D02D74-94F9-4B51-B4D4-321A578620E9}" dt="2022-12-18T09:54:23.457" v="11607" actId="1076"/>
          <ac:picMkLst>
            <pc:docMk/>
            <pc:sldMk cId="494428182" sldId="1322"/>
            <ac:picMk id="13" creationId="{A1DB61BF-B8D4-BCEA-A5CB-D37F506FB802}"/>
          </ac:picMkLst>
        </pc:picChg>
        <pc:picChg chg="mod">
          <ac:chgData name="Evgeny Solovyev" userId="bcfa930f-b6be-4bbb-aeb8-5203be9dadaa" providerId="ADAL" clId="{48D02D74-94F9-4B51-B4D4-321A578620E9}" dt="2022-12-18T09:50:03.126" v="11456" actId="1076"/>
          <ac:picMkLst>
            <pc:docMk/>
            <pc:sldMk cId="494428182" sldId="1322"/>
            <ac:picMk id="14" creationId="{9F81EB43-9C3C-A506-1FDE-EE04B0590A0C}"/>
          </ac:picMkLst>
        </pc:picChg>
        <pc:picChg chg="add mod">
          <ac:chgData name="Evgeny Solovyev" userId="bcfa930f-b6be-4bbb-aeb8-5203be9dadaa" providerId="ADAL" clId="{48D02D74-94F9-4B51-B4D4-321A578620E9}" dt="2022-12-18T09:51:11.228" v="11513" actId="571"/>
          <ac:picMkLst>
            <pc:docMk/>
            <pc:sldMk cId="494428182" sldId="1322"/>
            <ac:picMk id="15" creationId="{08096F9E-A3ED-407D-36F9-1A633DC368EC}"/>
          </ac:picMkLst>
        </pc:picChg>
        <pc:picChg chg="mod">
          <ac:chgData name="Evgeny Solovyev" userId="bcfa930f-b6be-4bbb-aeb8-5203be9dadaa" providerId="ADAL" clId="{48D02D74-94F9-4B51-B4D4-321A578620E9}" dt="2022-12-18T08:58:32.301" v="11083" actId="1076"/>
          <ac:picMkLst>
            <pc:docMk/>
            <pc:sldMk cId="494428182" sldId="1322"/>
            <ac:picMk id="16" creationId="{65012E4B-79B1-BDA9-631C-628584C7F596}"/>
          </ac:picMkLst>
        </pc:picChg>
        <pc:picChg chg="mod">
          <ac:chgData name="Evgeny Solovyev" userId="bcfa930f-b6be-4bbb-aeb8-5203be9dadaa" providerId="ADAL" clId="{48D02D74-94F9-4B51-B4D4-321A578620E9}" dt="2022-12-18T09:02:32.428" v="11142" actId="1076"/>
          <ac:picMkLst>
            <pc:docMk/>
            <pc:sldMk cId="494428182" sldId="1322"/>
            <ac:picMk id="1026" creationId="{2C170D59-3A54-44AD-990B-D720BD576769}"/>
          </ac:picMkLst>
        </pc:picChg>
        <pc:picChg chg="mod">
          <ac:chgData name="Evgeny Solovyev" userId="bcfa930f-b6be-4bbb-aeb8-5203be9dadaa" providerId="ADAL" clId="{48D02D74-94F9-4B51-B4D4-321A578620E9}" dt="2022-12-18T09:54:57.987" v="11612" actId="1076"/>
          <ac:picMkLst>
            <pc:docMk/>
            <pc:sldMk cId="494428182" sldId="1322"/>
            <ac:picMk id="1028" creationId="{404FCB4B-CCD7-8CD2-A525-2B139F9D85A7}"/>
          </ac:picMkLst>
        </pc:picChg>
        <pc:picChg chg="mod">
          <ac:chgData name="Evgeny Solovyev" userId="bcfa930f-b6be-4bbb-aeb8-5203be9dadaa" providerId="ADAL" clId="{48D02D74-94F9-4B51-B4D4-321A578620E9}" dt="2022-12-18T09:54:57.987" v="11612" actId="1076"/>
          <ac:picMkLst>
            <pc:docMk/>
            <pc:sldMk cId="494428182" sldId="1322"/>
            <ac:picMk id="1030" creationId="{0B8BB089-21F4-3B70-D484-800519539110}"/>
          </ac:picMkLst>
        </pc:picChg>
        <pc:picChg chg="mod">
          <ac:chgData name="Evgeny Solovyev" userId="bcfa930f-b6be-4bbb-aeb8-5203be9dadaa" providerId="ADAL" clId="{48D02D74-94F9-4B51-B4D4-321A578620E9}" dt="2022-12-18T09:52:00.590" v="11544" actId="1076"/>
          <ac:picMkLst>
            <pc:docMk/>
            <pc:sldMk cId="494428182" sldId="1322"/>
            <ac:picMk id="1032" creationId="{B2C61DBF-49E7-8D2E-D63C-50A762A82EF7}"/>
          </ac:picMkLst>
        </pc:picChg>
      </pc:sldChg>
      <pc:sldChg chg="addSp delSp modSp mod modAnim">
        <pc:chgData name="Evgeny Solovyev" userId="bcfa930f-b6be-4bbb-aeb8-5203be9dadaa" providerId="ADAL" clId="{48D02D74-94F9-4B51-B4D4-321A578620E9}" dt="2022-12-19T17:01:33.858" v="13056" actId="1076"/>
        <pc:sldMkLst>
          <pc:docMk/>
          <pc:sldMk cId="2018092939" sldId="1323"/>
        </pc:sldMkLst>
        <pc:spChg chg="mod">
          <ac:chgData name="Evgeny Solovyev" userId="bcfa930f-b6be-4bbb-aeb8-5203be9dadaa" providerId="ADAL" clId="{48D02D74-94F9-4B51-B4D4-321A578620E9}" dt="2022-12-18T10:00:06.684" v="11708" actId="20577"/>
          <ac:spMkLst>
            <pc:docMk/>
            <pc:sldMk cId="2018092939" sldId="1323"/>
            <ac:spMk id="2" creationId="{10700228-A566-9186-CB65-C9BFAAE8F2DE}"/>
          </ac:spMkLst>
        </pc:spChg>
        <pc:spChg chg="mod">
          <ac:chgData name="Evgeny Solovyev" userId="bcfa930f-b6be-4bbb-aeb8-5203be9dadaa" providerId="ADAL" clId="{48D02D74-94F9-4B51-B4D4-321A578620E9}" dt="2022-12-18T10:00:14.464" v="11709" actId="1076"/>
          <ac:spMkLst>
            <pc:docMk/>
            <pc:sldMk cId="2018092939" sldId="1323"/>
            <ac:spMk id="3" creationId="{6D8FBC4C-B142-E195-1F83-44F3D8C56DD9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4" creationId="{D83F8B7B-A1D3-2E8C-42BE-4544C62FD7FD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6" creationId="{88B9A43A-0992-1708-8876-3A29693F1E27}"/>
          </ac:spMkLst>
        </pc:spChg>
        <pc:spChg chg="mod">
          <ac:chgData name="Evgeny Solovyev" userId="bcfa930f-b6be-4bbb-aeb8-5203be9dadaa" providerId="ADAL" clId="{48D02D74-94F9-4B51-B4D4-321A578620E9}" dt="2022-12-19T17:00:10.543" v="13031" actId="1076"/>
          <ac:spMkLst>
            <pc:docMk/>
            <pc:sldMk cId="2018092939" sldId="1323"/>
            <ac:spMk id="7" creationId="{87818CA2-A783-C214-DEC5-DFDF236E3C76}"/>
          </ac:spMkLst>
        </pc:spChg>
        <pc:spChg chg="mod">
          <ac:chgData name="Evgeny Solovyev" userId="bcfa930f-b6be-4bbb-aeb8-5203be9dadaa" providerId="ADAL" clId="{48D02D74-94F9-4B51-B4D4-321A578620E9}" dt="2022-12-19T17:00:02.345" v="13030" actId="1076"/>
          <ac:spMkLst>
            <pc:docMk/>
            <pc:sldMk cId="2018092939" sldId="1323"/>
            <ac:spMk id="8" creationId="{3400E4A8-46C6-AC0C-C4AF-24EEC570080B}"/>
          </ac:spMkLst>
        </pc:spChg>
        <pc:spChg chg="mod">
          <ac:chgData name="Evgeny Solovyev" userId="bcfa930f-b6be-4bbb-aeb8-5203be9dadaa" providerId="ADAL" clId="{48D02D74-94F9-4B51-B4D4-321A578620E9}" dt="2022-12-19T17:00:02.345" v="13030" actId="1076"/>
          <ac:spMkLst>
            <pc:docMk/>
            <pc:sldMk cId="2018092939" sldId="1323"/>
            <ac:spMk id="9" creationId="{65003C8E-AAD2-EF96-3F2C-97B27D51B760}"/>
          </ac:spMkLst>
        </pc:spChg>
        <pc:spChg chg="mod">
          <ac:chgData name="Evgeny Solovyev" userId="bcfa930f-b6be-4bbb-aeb8-5203be9dadaa" providerId="ADAL" clId="{48D02D74-94F9-4B51-B4D4-321A578620E9}" dt="2022-12-19T17:01:29.413" v="13055" actId="1076"/>
          <ac:spMkLst>
            <pc:docMk/>
            <pc:sldMk cId="2018092939" sldId="1323"/>
            <ac:spMk id="10" creationId="{AA8FD0A0-94AE-D991-99D3-A17B6B10ACE7}"/>
          </ac:spMkLst>
        </pc:spChg>
        <pc:spChg chg="mod">
          <ac:chgData name="Evgeny Solovyev" userId="bcfa930f-b6be-4bbb-aeb8-5203be9dadaa" providerId="ADAL" clId="{48D02D74-94F9-4B51-B4D4-321A578620E9}" dt="2022-12-19T17:00:02.345" v="13030" actId="1076"/>
          <ac:spMkLst>
            <pc:docMk/>
            <pc:sldMk cId="2018092939" sldId="1323"/>
            <ac:spMk id="11" creationId="{BBAAAC9A-38CC-4648-6C5C-44B8B9515527}"/>
          </ac:spMkLst>
        </pc:spChg>
        <pc:spChg chg="mod">
          <ac:chgData name="Evgeny Solovyev" userId="bcfa930f-b6be-4bbb-aeb8-5203be9dadaa" providerId="ADAL" clId="{48D02D74-94F9-4B51-B4D4-321A578620E9}" dt="2022-12-19T17:00:02.345" v="13030" actId="1076"/>
          <ac:spMkLst>
            <pc:docMk/>
            <pc:sldMk cId="2018092939" sldId="1323"/>
            <ac:spMk id="12" creationId="{67A2EE91-590D-5D51-06C3-B33B421526AE}"/>
          </ac:spMkLst>
        </pc:spChg>
        <pc:spChg chg="mod">
          <ac:chgData name="Evgeny Solovyev" userId="bcfa930f-b6be-4bbb-aeb8-5203be9dadaa" providerId="ADAL" clId="{48D02D74-94F9-4B51-B4D4-321A578620E9}" dt="2022-12-19T17:00:02.345" v="13030" actId="1076"/>
          <ac:spMkLst>
            <pc:docMk/>
            <pc:sldMk cId="2018092939" sldId="1323"/>
            <ac:spMk id="13" creationId="{54B9DA4D-7EB7-17FA-0C6A-7ABA1E77CAE4}"/>
          </ac:spMkLst>
        </pc:spChg>
        <pc:spChg chg="mod">
          <ac:chgData name="Evgeny Solovyev" userId="bcfa930f-b6be-4bbb-aeb8-5203be9dadaa" providerId="ADAL" clId="{48D02D74-94F9-4B51-B4D4-321A578620E9}" dt="2022-12-19T17:00:02.345" v="13030" actId="1076"/>
          <ac:spMkLst>
            <pc:docMk/>
            <pc:sldMk cId="2018092939" sldId="1323"/>
            <ac:spMk id="14" creationId="{FDE5A4CD-DC05-E202-6022-8DEB62F3931D}"/>
          </ac:spMkLst>
        </pc:spChg>
        <pc:spChg chg="mod">
          <ac:chgData name="Evgeny Solovyev" userId="bcfa930f-b6be-4bbb-aeb8-5203be9dadaa" providerId="ADAL" clId="{48D02D74-94F9-4B51-B4D4-321A578620E9}" dt="2022-12-19T17:00:02.345" v="13030" actId="1076"/>
          <ac:spMkLst>
            <pc:docMk/>
            <pc:sldMk cId="2018092939" sldId="1323"/>
            <ac:spMk id="15" creationId="{9DA8D99D-DF0A-F032-4BD7-8723940BDB32}"/>
          </ac:spMkLst>
        </pc:spChg>
        <pc:spChg chg="mod">
          <ac:chgData name="Evgeny Solovyev" userId="bcfa930f-b6be-4bbb-aeb8-5203be9dadaa" providerId="ADAL" clId="{48D02D74-94F9-4B51-B4D4-321A578620E9}" dt="2022-12-19T17:00:02.345" v="13030" actId="1076"/>
          <ac:spMkLst>
            <pc:docMk/>
            <pc:sldMk cId="2018092939" sldId="1323"/>
            <ac:spMk id="16" creationId="{3689EFC1-2C60-83D3-6008-1B7E9B36ACEF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18" creationId="{015C647B-1E60-2A97-CAC9-8BCF8AA109EF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19" creationId="{3FE01488-6EC3-1994-09C8-FE689D9DFA78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20" creationId="{FCCE4663-CF50-C636-5524-F186DBD5A4FF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21" creationId="{3E21CBA6-40E9-D226-F647-E916B3813B0F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22" creationId="{70613963-6CED-7555-CFD9-2A6C099047C0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23" creationId="{C95470FD-DC20-A9B0-EEC7-71C013D3FC43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24" creationId="{4E99891E-8585-2F28-1FEC-FE5F1382802C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25" creationId="{967F375F-9412-A46B-7514-84088BE4B80A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26" creationId="{0C3ACAEB-FBC8-AC91-E8B4-FD4CDDB58445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27" creationId="{FF919F98-BE34-A767-1C2E-92E9E81A2906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28" creationId="{E6E99461-4E09-53E0-49F0-93E4150AC172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29" creationId="{BC912C70-07B8-2113-42DD-3E7F05701C37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30" creationId="{E788212E-35C8-A2D0-B784-E8CB1F41CCDF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31" creationId="{FB53F606-6125-1D81-08EC-9B731AFC382D}"/>
          </ac:spMkLst>
        </pc:spChg>
        <pc:spChg chg="add mod">
          <ac:chgData name="Evgeny Solovyev" userId="bcfa930f-b6be-4bbb-aeb8-5203be9dadaa" providerId="ADAL" clId="{48D02D74-94F9-4B51-B4D4-321A578620E9}" dt="2022-12-19T10:37:12.306" v="12110" actId="1076"/>
          <ac:spMkLst>
            <pc:docMk/>
            <pc:sldMk cId="2018092939" sldId="1323"/>
            <ac:spMk id="32" creationId="{02AFDC70-3FCE-5F21-673C-E6B9D9905527}"/>
          </ac:spMkLst>
        </pc:spChg>
        <pc:spChg chg="add mod">
          <ac:chgData name="Evgeny Solovyev" userId="bcfa930f-b6be-4bbb-aeb8-5203be9dadaa" providerId="ADAL" clId="{48D02D74-94F9-4B51-B4D4-321A578620E9}" dt="2022-12-19T10:40:30.019" v="12217" actId="552"/>
          <ac:spMkLst>
            <pc:docMk/>
            <pc:sldMk cId="2018092939" sldId="1323"/>
            <ac:spMk id="33" creationId="{93E135D7-EFA5-2262-8C2E-8AE22D82922B}"/>
          </ac:spMkLst>
        </pc:spChg>
        <pc:spChg chg="add mod">
          <ac:chgData name="Evgeny Solovyev" userId="bcfa930f-b6be-4bbb-aeb8-5203be9dadaa" providerId="ADAL" clId="{48D02D74-94F9-4B51-B4D4-321A578620E9}" dt="2022-12-19T10:40:17.968" v="12216" actId="552"/>
          <ac:spMkLst>
            <pc:docMk/>
            <pc:sldMk cId="2018092939" sldId="1323"/>
            <ac:spMk id="34" creationId="{4DFCD6B0-BC14-6380-EF0A-866090C4679D}"/>
          </ac:spMkLst>
        </pc:spChg>
        <pc:spChg chg="add mod">
          <ac:chgData name="Evgeny Solovyev" userId="bcfa930f-b6be-4bbb-aeb8-5203be9dadaa" providerId="ADAL" clId="{48D02D74-94F9-4B51-B4D4-321A578620E9}" dt="2022-12-19T10:40:17.968" v="12216" actId="552"/>
          <ac:spMkLst>
            <pc:docMk/>
            <pc:sldMk cId="2018092939" sldId="1323"/>
            <ac:spMk id="35" creationId="{0E8FA84A-4B3C-F01F-5924-AE17CE89EB02}"/>
          </ac:spMkLst>
        </pc:spChg>
        <pc:spChg chg="add mod">
          <ac:chgData name="Evgeny Solovyev" userId="bcfa930f-b6be-4bbb-aeb8-5203be9dadaa" providerId="ADAL" clId="{48D02D74-94F9-4B51-B4D4-321A578620E9}" dt="2022-12-19T10:40:45.505" v="12218" actId="465"/>
          <ac:spMkLst>
            <pc:docMk/>
            <pc:sldMk cId="2018092939" sldId="1323"/>
            <ac:spMk id="36" creationId="{67625BF2-7E5E-490F-5BC3-47CA34241CAD}"/>
          </ac:spMkLst>
        </pc:spChg>
        <pc:spChg chg="add mod">
          <ac:chgData name="Evgeny Solovyev" userId="bcfa930f-b6be-4bbb-aeb8-5203be9dadaa" providerId="ADAL" clId="{48D02D74-94F9-4B51-B4D4-321A578620E9}" dt="2022-12-19T10:40:45.505" v="12218" actId="465"/>
          <ac:spMkLst>
            <pc:docMk/>
            <pc:sldMk cId="2018092939" sldId="1323"/>
            <ac:spMk id="37" creationId="{74A0C385-497C-92E0-3318-48B86F8A5346}"/>
          </ac:spMkLst>
        </pc:spChg>
        <pc:spChg chg="add mod">
          <ac:chgData name="Evgeny Solovyev" userId="bcfa930f-b6be-4bbb-aeb8-5203be9dadaa" providerId="ADAL" clId="{48D02D74-94F9-4B51-B4D4-321A578620E9}" dt="2022-12-19T10:40:17.968" v="12216" actId="552"/>
          <ac:spMkLst>
            <pc:docMk/>
            <pc:sldMk cId="2018092939" sldId="1323"/>
            <ac:spMk id="38" creationId="{D300C4DA-0DC1-E31A-6425-1B7F3C356D36}"/>
          </ac:spMkLst>
        </pc:spChg>
        <pc:spChg chg="add mod">
          <ac:chgData name="Evgeny Solovyev" userId="bcfa930f-b6be-4bbb-aeb8-5203be9dadaa" providerId="ADAL" clId="{48D02D74-94F9-4B51-B4D4-321A578620E9}" dt="2022-12-19T10:40:30.019" v="12217" actId="552"/>
          <ac:spMkLst>
            <pc:docMk/>
            <pc:sldMk cId="2018092939" sldId="1323"/>
            <ac:spMk id="39" creationId="{6EAB9675-BF32-6DD0-5A13-344FC3013141}"/>
          </ac:spMkLst>
        </pc:spChg>
        <pc:spChg chg="add mod">
          <ac:chgData name="Evgeny Solovyev" userId="bcfa930f-b6be-4bbb-aeb8-5203be9dadaa" providerId="ADAL" clId="{48D02D74-94F9-4B51-B4D4-321A578620E9}" dt="2022-12-19T10:40:17.968" v="12216" actId="552"/>
          <ac:spMkLst>
            <pc:docMk/>
            <pc:sldMk cId="2018092939" sldId="1323"/>
            <ac:spMk id="40" creationId="{E1F2B0C0-0EA6-B6A5-B78B-FF64ECDB87ED}"/>
          </ac:spMkLst>
        </pc:spChg>
        <pc:picChg chg="mod">
          <ac:chgData name="Evgeny Solovyev" userId="bcfa930f-b6be-4bbb-aeb8-5203be9dadaa" providerId="ADAL" clId="{48D02D74-94F9-4B51-B4D4-321A578620E9}" dt="2022-12-19T17:01:33.858" v="13056" actId="1076"/>
          <ac:picMkLst>
            <pc:docMk/>
            <pc:sldMk cId="2018092939" sldId="1323"/>
            <ac:picMk id="17" creationId="{B54B54A3-1B5F-FBDB-B085-CEF6A2DA5D2B}"/>
          </ac:picMkLst>
        </pc:picChg>
        <pc:picChg chg="mod">
          <ac:chgData name="Evgeny Solovyev" userId="bcfa930f-b6be-4bbb-aeb8-5203be9dadaa" providerId="ADAL" clId="{48D02D74-94F9-4B51-B4D4-321A578620E9}" dt="2022-12-19T16:55:44.975" v="12978" actId="14100"/>
          <ac:picMkLst>
            <pc:docMk/>
            <pc:sldMk cId="2018092939" sldId="1323"/>
            <ac:picMk id="2050" creationId="{16BEA77D-F514-9100-EA38-17CF89CC5BA7}"/>
          </ac:picMkLst>
        </pc:picChg>
        <pc:picChg chg="del mod">
          <ac:chgData name="Evgeny Solovyev" userId="bcfa930f-b6be-4bbb-aeb8-5203be9dadaa" providerId="ADAL" clId="{48D02D74-94F9-4B51-B4D4-321A578620E9}" dt="2022-12-19T10:40:51.698" v="12219" actId="478"/>
          <ac:picMkLst>
            <pc:docMk/>
            <pc:sldMk cId="2018092939" sldId="1323"/>
            <ac:picMk id="2052" creationId="{7DCF28FA-F153-1B8F-E320-D435377E1D6C}"/>
          </ac:picMkLst>
        </pc:picChg>
        <pc:picChg chg="mod">
          <ac:chgData name="Evgeny Solovyev" userId="bcfa930f-b6be-4bbb-aeb8-5203be9dadaa" providerId="ADAL" clId="{48D02D74-94F9-4B51-B4D4-321A578620E9}" dt="2022-12-19T17:00:14.066" v="13032" actId="167"/>
          <ac:picMkLst>
            <pc:docMk/>
            <pc:sldMk cId="2018092939" sldId="1323"/>
            <ac:picMk id="2054" creationId="{1F94A12B-9F7D-D88F-82E2-4AD505CACDC6}"/>
          </ac:picMkLst>
        </pc:picChg>
        <pc:picChg chg="mod">
          <ac:chgData name="Evgeny Solovyev" userId="bcfa930f-b6be-4bbb-aeb8-5203be9dadaa" providerId="ADAL" clId="{48D02D74-94F9-4B51-B4D4-321A578620E9}" dt="2022-12-19T17:00:02.345" v="13030" actId="1076"/>
          <ac:picMkLst>
            <pc:docMk/>
            <pc:sldMk cId="2018092939" sldId="1323"/>
            <ac:picMk id="2056" creationId="{1B65381A-4A2F-FD4A-C342-EBD2FC6B47C7}"/>
          </ac:picMkLst>
        </pc:picChg>
        <pc:picChg chg="mod">
          <ac:chgData name="Evgeny Solovyev" userId="bcfa930f-b6be-4bbb-aeb8-5203be9dadaa" providerId="ADAL" clId="{48D02D74-94F9-4B51-B4D4-321A578620E9}" dt="2022-12-19T17:00:02.345" v="13030" actId="1076"/>
          <ac:picMkLst>
            <pc:docMk/>
            <pc:sldMk cId="2018092939" sldId="1323"/>
            <ac:picMk id="2058" creationId="{62981692-4053-A9B5-D4F7-FB6CD3A05314}"/>
          </ac:picMkLst>
        </pc:picChg>
        <pc:picChg chg="mod">
          <ac:chgData name="Evgeny Solovyev" userId="bcfa930f-b6be-4bbb-aeb8-5203be9dadaa" providerId="ADAL" clId="{48D02D74-94F9-4B51-B4D4-321A578620E9}" dt="2022-12-19T17:00:02.345" v="13030" actId="1076"/>
          <ac:picMkLst>
            <pc:docMk/>
            <pc:sldMk cId="2018092939" sldId="1323"/>
            <ac:picMk id="2060" creationId="{7099E927-56CC-86BC-A0CD-0A464E017257}"/>
          </ac:picMkLst>
        </pc:picChg>
      </pc:sldChg>
      <pc:sldChg chg="modSp mod modAnim">
        <pc:chgData name="Evgeny Solovyev" userId="bcfa930f-b6be-4bbb-aeb8-5203be9dadaa" providerId="ADAL" clId="{48D02D74-94F9-4B51-B4D4-321A578620E9}" dt="2022-12-20T06:30:14.783" v="14020" actId="14100"/>
        <pc:sldMkLst>
          <pc:docMk/>
          <pc:sldMk cId="3882626997" sldId="1324"/>
        </pc:sldMkLst>
        <pc:spChg chg="mod">
          <ac:chgData name="Evgeny Solovyev" userId="bcfa930f-b6be-4bbb-aeb8-5203be9dadaa" providerId="ADAL" clId="{48D02D74-94F9-4B51-B4D4-321A578620E9}" dt="2022-12-19T10:42:00.278" v="12243" actId="20577"/>
          <ac:spMkLst>
            <pc:docMk/>
            <pc:sldMk cId="3882626997" sldId="1324"/>
            <ac:spMk id="2" creationId="{BB43022F-2830-1220-0F49-AC137FC2C2FD}"/>
          </ac:spMkLst>
        </pc:spChg>
        <pc:spChg chg="mod">
          <ac:chgData name="Evgeny Solovyev" userId="bcfa930f-b6be-4bbb-aeb8-5203be9dadaa" providerId="ADAL" clId="{48D02D74-94F9-4B51-B4D4-321A578620E9}" dt="2022-12-20T06:01:29.901" v="13818" actId="404"/>
          <ac:spMkLst>
            <pc:docMk/>
            <pc:sldMk cId="3882626997" sldId="1324"/>
            <ac:spMk id="3" creationId="{6948E792-1526-B832-6C35-C2CAAAC4A20B}"/>
          </ac:spMkLst>
        </pc:spChg>
        <pc:spChg chg="mod">
          <ac:chgData name="Evgeny Solovyev" userId="bcfa930f-b6be-4bbb-aeb8-5203be9dadaa" providerId="ADAL" clId="{48D02D74-94F9-4B51-B4D4-321A578620E9}" dt="2022-12-20T06:29:41.060" v="14009" actId="1076"/>
          <ac:spMkLst>
            <pc:docMk/>
            <pc:sldMk cId="3882626997" sldId="1324"/>
            <ac:spMk id="5" creationId="{AB3DDD6C-404C-CB19-9B97-B7B711C84DDB}"/>
          </ac:spMkLst>
        </pc:spChg>
        <pc:spChg chg="mod">
          <ac:chgData name="Evgeny Solovyev" userId="bcfa930f-b6be-4bbb-aeb8-5203be9dadaa" providerId="ADAL" clId="{48D02D74-94F9-4B51-B4D4-321A578620E9}" dt="2022-12-20T06:29:43.915" v="14010" actId="1076"/>
          <ac:spMkLst>
            <pc:docMk/>
            <pc:sldMk cId="3882626997" sldId="1324"/>
            <ac:spMk id="7" creationId="{69C71D30-A40C-2D72-AD90-B55A28C2CB6E}"/>
          </ac:spMkLst>
        </pc:spChg>
        <pc:spChg chg="mod">
          <ac:chgData name="Evgeny Solovyev" userId="bcfa930f-b6be-4bbb-aeb8-5203be9dadaa" providerId="ADAL" clId="{48D02D74-94F9-4B51-B4D4-321A578620E9}" dt="2022-12-20T06:29:46.473" v="14011" actId="1076"/>
          <ac:spMkLst>
            <pc:docMk/>
            <pc:sldMk cId="3882626997" sldId="1324"/>
            <ac:spMk id="9" creationId="{B4ECEFED-F185-A579-7B36-4109E2545B88}"/>
          </ac:spMkLst>
        </pc:spChg>
        <pc:spChg chg="mod">
          <ac:chgData name="Evgeny Solovyev" userId="bcfa930f-b6be-4bbb-aeb8-5203be9dadaa" providerId="ADAL" clId="{48D02D74-94F9-4B51-B4D4-321A578620E9}" dt="2022-12-20T06:29:48.649" v="14012" actId="1076"/>
          <ac:spMkLst>
            <pc:docMk/>
            <pc:sldMk cId="3882626997" sldId="1324"/>
            <ac:spMk id="10" creationId="{D958DD18-8674-BF15-18FD-92C1946EDC40}"/>
          </ac:spMkLst>
        </pc:spChg>
        <pc:spChg chg="mod">
          <ac:chgData name="Evgeny Solovyev" userId="bcfa930f-b6be-4bbb-aeb8-5203be9dadaa" providerId="ADAL" clId="{48D02D74-94F9-4B51-B4D4-321A578620E9}" dt="2022-12-20T06:29:51.042" v="14013" actId="1076"/>
          <ac:spMkLst>
            <pc:docMk/>
            <pc:sldMk cId="3882626997" sldId="1324"/>
            <ac:spMk id="11" creationId="{A190EA79-70F3-A16A-B602-7DDF3E1AE36F}"/>
          </ac:spMkLst>
        </pc:spChg>
        <pc:spChg chg="mod">
          <ac:chgData name="Evgeny Solovyev" userId="bcfa930f-b6be-4bbb-aeb8-5203be9dadaa" providerId="ADAL" clId="{48D02D74-94F9-4B51-B4D4-321A578620E9}" dt="2022-12-20T06:25:20.632" v="13975" actId="1076"/>
          <ac:spMkLst>
            <pc:docMk/>
            <pc:sldMk cId="3882626997" sldId="1324"/>
            <ac:spMk id="13" creationId="{2766F450-FCC9-B5EE-179C-BA6F73474658}"/>
          </ac:spMkLst>
        </pc:spChg>
        <pc:spChg chg="mod">
          <ac:chgData name="Evgeny Solovyev" userId="bcfa930f-b6be-4bbb-aeb8-5203be9dadaa" providerId="ADAL" clId="{48D02D74-94F9-4B51-B4D4-321A578620E9}" dt="2022-12-20T06:25:29.510" v="13977" actId="1076"/>
          <ac:spMkLst>
            <pc:docMk/>
            <pc:sldMk cId="3882626997" sldId="1324"/>
            <ac:spMk id="14" creationId="{B9B4AAF6-627A-BBFE-61AD-5B3D84848127}"/>
          </ac:spMkLst>
        </pc:spChg>
        <pc:spChg chg="mod">
          <ac:chgData name="Evgeny Solovyev" userId="bcfa930f-b6be-4bbb-aeb8-5203be9dadaa" providerId="ADAL" clId="{48D02D74-94F9-4B51-B4D4-321A578620E9}" dt="2022-12-20T06:25:23.005" v="13976" actId="1076"/>
          <ac:spMkLst>
            <pc:docMk/>
            <pc:sldMk cId="3882626997" sldId="1324"/>
            <ac:spMk id="15" creationId="{303CE0C1-0217-E70E-034F-D22D88016D2E}"/>
          </ac:spMkLst>
        </pc:spChg>
        <pc:spChg chg="mod">
          <ac:chgData name="Evgeny Solovyev" userId="bcfa930f-b6be-4bbb-aeb8-5203be9dadaa" providerId="ADAL" clId="{48D02D74-94F9-4B51-B4D4-321A578620E9}" dt="2022-12-20T06:29:27.773" v="14008" actId="20577"/>
          <ac:spMkLst>
            <pc:docMk/>
            <pc:sldMk cId="3882626997" sldId="1324"/>
            <ac:spMk id="16" creationId="{3FF46089-9D35-11E7-0879-16A6CAD84234}"/>
          </ac:spMkLst>
        </pc:spChg>
        <pc:picChg chg="mod">
          <ac:chgData name="Evgeny Solovyev" userId="bcfa930f-b6be-4bbb-aeb8-5203be9dadaa" providerId="ADAL" clId="{48D02D74-94F9-4B51-B4D4-321A578620E9}" dt="2022-12-20T06:01:55.580" v="13824" actId="1076"/>
          <ac:picMkLst>
            <pc:docMk/>
            <pc:sldMk cId="3882626997" sldId="1324"/>
            <ac:picMk id="4" creationId="{F428BD73-435A-5A73-8B4D-92E84CFFD443}"/>
          </ac:picMkLst>
        </pc:picChg>
        <pc:picChg chg="mod">
          <ac:chgData name="Evgeny Solovyev" userId="bcfa930f-b6be-4bbb-aeb8-5203be9dadaa" providerId="ADAL" clId="{48D02D74-94F9-4B51-B4D4-321A578620E9}" dt="2022-12-20T05:58:45.717" v="13777" actId="1076"/>
          <ac:picMkLst>
            <pc:docMk/>
            <pc:sldMk cId="3882626997" sldId="1324"/>
            <ac:picMk id="6" creationId="{CFC77204-1ED7-ADB3-0EF6-CB5F35B656FF}"/>
          </ac:picMkLst>
        </pc:picChg>
        <pc:picChg chg="mod">
          <ac:chgData name="Evgeny Solovyev" userId="bcfa930f-b6be-4bbb-aeb8-5203be9dadaa" providerId="ADAL" clId="{48D02D74-94F9-4B51-B4D4-321A578620E9}" dt="2022-12-20T06:29:56.314" v="14014" actId="1076"/>
          <ac:picMkLst>
            <pc:docMk/>
            <pc:sldMk cId="3882626997" sldId="1324"/>
            <ac:picMk id="8" creationId="{712D65F3-BF33-5F03-8380-0C70D69D3126}"/>
          </ac:picMkLst>
        </pc:picChg>
        <pc:picChg chg="mod">
          <ac:chgData name="Evgeny Solovyev" userId="bcfa930f-b6be-4bbb-aeb8-5203be9dadaa" providerId="ADAL" clId="{48D02D74-94F9-4B51-B4D4-321A578620E9}" dt="2022-12-20T06:30:00.141" v="14016" actId="1076"/>
          <ac:picMkLst>
            <pc:docMk/>
            <pc:sldMk cId="3882626997" sldId="1324"/>
            <ac:picMk id="12" creationId="{76D7ED09-9619-A3FF-8324-15C83CBBB0E0}"/>
          </ac:picMkLst>
        </pc:picChg>
        <pc:picChg chg="mod">
          <ac:chgData name="Evgeny Solovyev" userId="bcfa930f-b6be-4bbb-aeb8-5203be9dadaa" providerId="ADAL" clId="{48D02D74-94F9-4B51-B4D4-321A578620E9}" dt="2022-12-20T06:30:06.655" v="14018" actId="1076"/>
          <ac:picMkLst>
            <pc:docMk/>
            <pc:sldMk cId="3882626997" sldId="1324"/>
            <ac:picMk id="17" creationId="{08FB3826-B5AC-98AB-E5DF-D82458721987}"/>
          </ac:picMkLst>
        </pc:picChg>
        <pc:picChg chg="mod">
          <ac:chgData name="Evgeny Solovyev" userId="bcfa930f-b6be-4bbb-aeb8-5203be9dadaa" providerId="ADAL" clId="{48D02D74-94F9-4B51-B4D4-321A578620E9}" dt="2022-12-20T06:30:08.143" v="14019" actId="1076"/>
          <ac:picMkLst>
            <pc:docMk/>
            <pc:sldMk cId="3882626997" sldId="1324"/>
            <ac:picMk id="18" creationId="{2CEBBEC2-2DED-C304-EE36-C6C9F6D4E124}"/>
          </ac:picMkLst>
        </pc:picChg>
        <pc:picChg chg="mod">
          <ac:chgData name="Evgeny Solovyev" userId="bcfa930f-b6be-4bbb-aeb8-5203be9dadaa" providerId="ADAL" clId="{48D02D74-94F9-4B51-B4D4-321A578620E9}" dt="2022-12-20T06:30:14.783" v="14020" actId="14100"/>
          <ac:picMkLst>
            <pc:docMk/>
            <pc:sldMk cId="3882626997" sldId="1324"/>
            <ac:picMk id="19" creationId="{730B9394-B3B2-3A46-9461-D8995803A125}"/>
          </ac:picMkLst>
        </pc:picChg>
        <pc:picChg chg="mod">
          <ac:chgData name="Evgeny Solovyev" userId="bcfa930f-b6be-4bbb-aeb8-5203be9dadaa" providerId="ADAL" clId="{48D02D74-94F9-4B51-B4D4-321A578620E9}" dt="2022-12-20T06:29:58.519" v="14015" actId="1076"/>
          <ac:picMkLst>
            <pc:docMk/>
            <pc:sldMk cId="3882626997" sldId="1324"/>
            <ac:picMk id="3074" creationId="{32AB6EDC-A678-E6A2-6232-471D31E7F12A}"/>
          </ac:picMkLst>
        </pc:picChg>
        <pc:picChg chg="mod">
          <ac:chgData name="Evgeny Solovyev" userId="bcfa930f-b6be-4bbb-aeb8-5203be9dadaa" providerId="ADAL" clId="{48D02D74-94F9-4B51-B4D4-321A578620E9}" dt="2022-12-20T06:30:02.369" v="14017" actId="1076"/>
          <ac:picMkLst>
            <pc:docMk/>
            <pc:sldMk cId="3882626997" sldId="1324"/>
            <ac:picMk id="3076" creationId="{18488988-E9D7-DDBE-4A65-F09F9BB2F91F}"/>
          </ac:picMkLst>
        </pc:picChg>
      </pc:sldChg>
      <pc:sldChg chg="modSp mod modAnim">
        <pc:chgData name="Evgeny Solovyev" userId="bcfa930f-b6be-4bbb-aeb8-5203be9dadaa" providerId="ADAL" clId="{48D02D74-94F9-4B51-B4D4-321A578620E9}" dt="2022-12-21T13:44:53.262" v="14632" actId="404"/>
        <pc:sldMkLst>
          <pc:docMk/>
          <pc:sldMk cId="2447483475" sldId="1325"/>
        </pc:sldMkLst>
        <pc:graphicFrameChg chg="mod modGraphic">
          <ac:chgData name="Evgeny Solovyev" userId="bcfa930f-b6be-4bbb-aeb8-5203be9dadaa" providerId="ADAL" clId="{48D02D74-94F9-4B51-B4D4-321A578620E9}" dt="2022-12-21T13:44:53.262" v="14632" actId="404"/>
          <ac:graphicFrameMkLst>
            <pc:docMk/>
            <pc:sldMk cId="2447483475" sldId="1325"/>
            <ac:graphicFrameMk id="2" creationId="{E5C5CE25-E95D-43B5-A5DC-C1D561C955CF}"/>
          </ac:graphicFrameMkLst>
        </pc:graphicFrameChg>
      </pc:sldChg>
      <pc:sldChg chg="add del ord">
        <pc:chgData name="Evgeny Solovyev" userId="bcfa930f-b6be-4bbb-aeb8-5203be9dadaa" providerId="ADAL" clId="{48D02D74-94F9-4B51-B4D4-321A578620E9}" dt="2022-12-12T13:18:56.419" v="775" actId="2696"/>
        <pc:sldMkLst>
          <pc:docMk/>
          <pc:sldMk cId="2019767853" sldId="1326"/>
        </pc:sldMkLst>
      </pc:sldChg>
      <pc:sldChg chg="modSp mod modAnim">
        <pc:chgData name="Evgeny Solovyev" userId="bcfa930f-b6be-4bbb-aeb8-5203be9dadaa" providerId="ADAL" clId="{48D02D74-94F9-4B51-B4D4-321A578620E9}" dt="2022-12-20T08:57:49.865" v="14117" actId="113"/>
        <pc:sldMkLst>
          <pc:docMk/>
          <pc:sldMk cId="338407813" sldId="1327"/>
        </pc:sldMkLst>
        <pc:spChg chg="mod">
          <ac:chgData name="Evgeny Solovyev" userId="bcfa930f-b6be-4bbb-aeb8-5203be9dadaa" providerId="ADAL" clId="{48D02D74-94F9-4B51-B4D4-321A578620E9}" dt="2022-12-20T06:30:48.770" v="14041" actId="20577"/>
          <ac:spMkLst>
            <pc:docMk/>
            <pc:sldMk cId="338407813" sldId="1327"/>
            <ac:spMk id="2" creationId="{8FEA4861-4EE3-8CA5-583F-06BF8DB36479}"/>
          </ac:spMkLst>
        </pc:spChg>
        <pc:spChg chg="mod">
          <ac:chgData name="Evgeny Solovyev" userId="bcfa930f-b6be-4bbb-aeb8-5203be9dadaa" providerId="ADAL" clId="{48D02D74-94F9-4B51-B4D4-321A578620E9}" dt="2022-12-20T08:57:49.865" v="14117" actId="113"/>
          <ac:spMkLst>
            <pc:docMk/>
            <pc:sldMk cId="338407813" sldId="1327"/>
            <ac:spMk id="3" creationId="{F277E96B-FA3C-FEFE-F96D-C610299CCA29}"/>
          </ac:spMkLst>
        </pc:spChg>
      </pc:sldChg>
      <pc:sldChg chg="del ord">
        <pc:chgData name="Evgeny Solovyev" userId="bcfa930f-b6be-4bbb-aeb8-5203be9dadaa" providerId="ADAL" clId="{48D02D74-94F9-4B51-B4D4-321A578620E9}" dt="2022-12-12T14:30:32.206" v="834" actId="2696"/>
        <pc:sldMkLst>
          <pc:docMk/>
          <pc:sldMk cId="3203428798" sldId="1328"/>
        </pc:sldMkLst>
      </pc:sldChg>
      <pc:sldChg chg="del">
        <pc:chgData name="Evgeny Solovyev" userId="bcfa930f-b6be-4bbb-aeb8-5203be9dadaa" providerId="ADAL" clId="{48D02D74-94F9-4B51-B4D4-321A578620E9}" dt="2022-12-12T14:30:32.206" v="834" actId="2696"/>
        <pc:sldMkLst>
          <pc:docMk/>
          <pc:sldMk cId="2350654722" sldId="1329"/>
        </pc:sldMkLst>
      </pc:sldChg>
      <pc:sldChg chg="del">
        <pc:chgData name="Evgeny Solovyev" userId="bcfa930f-b6be-4bbb-aeb8-5203be9dadaa" providerId="ADAL" clId="{48D02D74-94F9-4B51-B4D4-321A578620E9}" dt="2022-12-12T14:30:32.206" v="834" actId="2696"/>
        <pc:sldMkLst>
          <pc:docMk/>
          <pc:sldMk cId="855950509" sldId="1330"/>
        </pc:sldMkLst>
      </pc:sldChg>
      <pc:sldChg chg="modSp mod modAnim">
        <pc:chgData name="Evgeny Solovyev" userId="bcfa930f-b6be-4bbb-aeb8-5203be9dadaa" providerId="ADAL" clId="{48D02D74-94F9-4B51-B4D4-321A578620E9}" dt="2022-12-20T11:20:55.428" v="14204" actId="1076"/>
        <pc:sldMkLst>
          <pc:docMk/>
          <pc:sldMk cId="3747458096" sldId="1331"/>
        </pc:sldMkLst>
        <pc:spChg chg="mod">
          <ac:chgData name="Evgeny Solovyev" userId="bcfa930f-b6be-4bbb-aeb8-5203be9dadaa" providerId="ADAL" clId="{48D02D74-94F9-4B51-B4D4-321A578620E9}" dt="2022-12-20T09:00:12.345" v="14120"/>
          <ac:spMkLst>
            <pc:docMk/>
            <pc:sldMk cId="3747458096" sldId="1331"/>
            <ac:spMk id="2" creationId="{8FEA4861-4EE3-8CA5-583F-06BF8DB36479}"/>
          </ac:spMkLst>
        </pc:spChg>
        <pc:spChg chg="mod">
          <ac:chgData name="Evgeny Solovyev" userId="bcfa930f-b6be-4bbb-aeb8-5203be9dadaa" providerId="ADAL" clId="{48D02D74-94F9-4B51-B4D4-321A578620E9}" dt="2022-12-20T11:20:55.428" v="14204" actId="1076"/>
          <ac:spMkLst>
            <pc:docMk/>
            <pc:sldMk cId="3747458096" sldId="1331"/>
            <ac:spMk id="4" creationId="{4539F8ED-6053-5AE3-2F63-7E39B63D4C47}"/>
          </ac:spMkLst>
        </pc:spChg>
      </pc:sldChg>
      <pc:sldChg chg="modSp mod">
        <pc:chgData name="Evgeny Solovyev" userId="bcfa930f-b6be-4bbb-aeb8-5203be9dadaa" providerId="ADAL" clId="{48D02D74-94F9-4B51-B4D4-321A578620E9}" dt="2022-12-20T11:28:46.039" v="14290" actId="1076"/>
        <pc:sldMkLst>
          <pc:docMk/>
          <pc:sldMk cId="768540084" sldId="1332"/>
        </pc:sldMkLst>
        <pc:spChg chg="mod">
          <ac:chgData name="Evgeny Solovyev" userId="bcfa930f-b6be-4bbb-aeb8-5203be9dadaa" providerId="ADAL" clId="{48D02D74-94F9-4B51-B4D4-321A578620E9}" dt="2022-12-20T11:27:41.476" v="14284" actId="20577"/>
          <ac:spMkLst>
            <pc:docMk/>
            <pc:sldMk cId="768540084" sldId="1332"/>
            <ac:spMk id="2" creationId="{8FEA4861-4EE3-8CA5-583F-06BF8DB36479}"/>
          </ac:spMkLst>
        </pc:spChg>
        <pc:spChg chg="mod">
          <ac:chgData name="Evgeny Solovyev" userId="bcfa930f-b6be-4bbb-aeb8-5203be9dadaa" providerId="ADAL" clId="{48D02D74-94F9-4B51-B4D4-321A578620E9}" dt="2022-12-20T11:28:46.039" v="14290" actId="1076"/>
          <ac:spMkLst>
            <pc:docMk/>
            <pc:sldMk cId="768540084" sldId="1332"/>
            <ac:spMk id="3" creationId="{715C55F2-B890-56D7-99A1-30FD0C4A3384}"/>
          </ac:spMkLst>
        </pc:spChg>
      </pc:sldChg>
      <pc:sldChg chg="modSp mod">
        <pc:chgData name="Evgeny Solovyev" userId="bcfa930f-b6be-4bbb-aeb8-5203be9dadaa" providerId="ADAL" clId="{48D02D74-94F9-4B51-B4D4-321A578620E9}" dt="2022-12-20T11:47:16.665" v="14327" actId="13926"/>
        <pc:sldMkLst>
          <pc:docMk/>
          <pc:sldMk cId="4195504052" sldId="1333"/>
        </pc:sldMkLst>
        <pc:spChg chg="mod">
          <ac:chgData name="Evgeny Solovyev" userId="bcfa930f-b6be-4bbb-aeb8-5203be9dadaa" providerId="ADAL" clId="{48D02D74-94F9-4B51-B4D4-321A578620E9}" dt="2022-12-20T11:27:57.859" v="14286"/>
          <ac:spMkLst>
            <pc:docMk/>
            <pc:sldMk cId="4195504052" sldId="1333"/>
            <ac:spMk id="2" creationId="{8FEA4861-4EE3-8CA5-583F-06BF8DB36479}"/>
          </ac:spMkLst>
        </pc:spChg>
        <pc:spChg chg="mod">
          <ac:chgData name="Evgeny Solovyev" userId="bcfa930f-b6be-4bbb-aeb8-5203be9dadaa" providerId="ADAL" clId="{48D02D74-94F9-4B51-B4D4-321A578620E9}" dt="2022-12-20T11:47:16.665" v="14327" actId="13926"/>
          <ac:spMkLst>
            <pc:docMk/>
            <pc:sldMk cId="4195504052" sldId="1333"/>
            <ac:spMk id="4" creationId="{D4D16040-E9C9-36EF-B182-168A193CD81F}"/>
          </ac:spMkLst>
        </pc:spChg>
      </pc:sldChg>
      <pc:sldChg chg="addSp delSp modSp new del mod delAnim modAnim">
        <pc:chgData name="Evgeny Solovyev" userId="bcfa930f-b6be-4bbb-aeb8-5203be9dadaa" providerId="ADAL" clId="{48D02D74-94F9-4B51-B4D4-321A578620E9}" dt="2022-12-10T15:27:37.707" v="531" actId="2696"/>
        <pc:sldMkLst>
          <pc:docMk/>
          <pc:sldMk cId="3657912185" sldId="1336"/>
        </pc:sldMkLst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4" creationId="{35B6C62B-4322-AF80-9EFB-58EC989BB9AD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5" creationId="{F663D88B-F532-75F2-7488-1CC900F36FC9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6" creationId="{1CC39029-F32B-D4B4-87B8-08E6D9A7BBB3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7" creationId="{6F67D2F2-8A92-3DD2-9B51-12D256E3CD1E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8" creationId="{DBF6B6D2-D4A2-4DBA-0542-65E9BACDFCD0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9" creationId="{12FBC90D-BEFF-2338-FF4F-5F6637AD548D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10" creationId="{206BFB04-E676-CF1C-8EEF-3B882F7775B0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11" creationId="{8DAC3FA0-606A-E64C-CC94-84D53CD0166B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12" creationId="{CB159F16-1CCA-883F-589D-45F68C2CFBAE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13" creationId="{7873BDFB-A2AC-C670-ECA5-5CCF3A94D3FC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14" creationId="{66AF334C-E8D9-E471-968B-BA0AFCA57A62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15" creationId="{615BC7D9-70BC-619A-647D-BABDC4E65BD9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16" creationId="{B2624AB0-804E-9DE6-D999-643481436024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17" creationId="{59AA6D99-ADC4-B9CF-45E7-09B110765441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18" creationId="{D9E0724D-FFB0-A0BE-2FF0-C54AD07CA849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19" creationId="{079B049C-4592-B1A1-CAA2-A3BD91BBF4CC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20" creationId="{E79DC92B-E91D-500D-3387-39727D086F10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21" creationId="{2D4A4CB9-F63A-1FAA-E045-8ABDFD882D5B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22" creationId="{0C9D2FFF-33CF-9963-AA18-106CBBFF7295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23" creationId="{7394267C-58B1-2565-7158-A207B92BDF1E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24" creationId="{16AEE268-1ABF-93C7-5338-AB9460C350B1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25" creationId="{32943FB1-DBEE-4C57-43B8-2C3F0F45A004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26" creationId="{BFC452B1-4B7F-7EB5-2989-2467228C0912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27" creationId="{A80C6E0B-945F-A89B-10F7-F4948E27FB55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28" creationId="{1D66EE75-B2E9-A819-20CF-7969709D7FA4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29" creationId="{293D3274-E624-D61B-FB71-9A2612116454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30" creationId="{D4EF3CE1-9271-2FA5-1B85-A7DB3F36BD2B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32" creationId="{05012547-2FF3-F028-6414-814CC31E0DA4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33" creationId="{821A3E9F-D7FA-D197-E032-0B1A04955D60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34" creationId="{B2C9FF08-A7A2-E0BF-9FBF-BF3FD3B1358F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35" creationId="{8762E1C8-C190-B219-6772-6A48DE0BB756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37" creationId="{A8AC4B76-27A0-C700-744F-16D503B5EFD5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38" creationId="{71DD0D80-7FE5-EDD1-5737-B4BD9E012E38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39" creationId="{5007E8D3-751B-30C9-11D5-9EBA71E7245D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40" creationId="{5EA4357F-083B-C044-5D20-75FA8C7CBC89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41" creationId="{EB587953-B7BE-3F2F-CEE8-2D21F4979701}"/>
          </ac:spMkLst>
        </pc:spChg>
        <pc:spChg chg="add del mod">
          <ac:chgData name="Evgeny Solovyev" userId="bcfa930f-b6be-4bbb-aeb8-5203be9dadaa" providerId="ADAL" clId="{48D02D74-94F9-4B51-B4D4-321A578620E9}" dt="2022-12-10T14:23:39.426" v="3"/>
          <ac:spMkLst>
            <pc:docMk/>
            <pc:sldMk cId="3657912185" sldId="1336"/>
            <ac:spMk id="42" creationId="{20DC7937-AEFF-7028-E714-85F123C1D09E}"/>
          </ac:spMkLst>
        </pc:spChg>
        <pc:spChg chg="add mod">
          <ac:chgData name="Evgeny Solovyev" userId="bcfa930f-b6be-4bbb-aeb8-5203be9dadaa" providerId="ADAL" clId="{48D02D74-94F9-4B51-B4D4-321A578620E9}" dt="2022-12-10T14:29:55.475" v="15" actId="1076"/>
          <ac:spMkLst>
            <pc:docMk/>
            <pc:sldMk cId="3657912185" sldId="1336"/>
            <ac:spMk id="53" creationId="{BCAF398A-4A33-6A89-0367-37C41CDD56DA}"/>
          </ac:spMkLst>
        </pc:spChg>
        <pc:spChg chg="add mod">
          <ac:chgData name="Evgeny Solovyev" userId="bcfa930f-b6be-4bbb-aeb8-5203be9dadaa" providerId="ADAL" clId="{48D02D74-94F9-4B51-B4D4-321A578620E9}" dt="2022-12-10T14:29:55.475" v="15" actId="1076"/>
          <ac:spMkLst>
            <pc:docMk/>
            <pc:sldMk cId="3657912185" sldId="1336"/>
            <ac:spMk id="54" creationId="{4225F92D-CE74-0E91-59BB-7532D844040E}"/>
          </ac:spMkLst>
        </pc:spChg>
        <pc:spChg chg="add mod">
          <ac:chgData name="Evgeny Solovyev" userId="bcfa930f-b6be-4bbb-aeb8-5203be9dadaa" providerId="ADAL" clId="{48D02D74-94F9-4B51-B4D4-321A578620E9}" dt="2022-12-10T14:30:22.407" v="22" actId="14100"/>
          <ac:spMkLst>
            <pc:docMk/>
            <pc:sldMk cId="3657912185" sldId="1336"/>
            <ac:spMk id="55" creationId="{713C7409-8479-671A-EF03-C3AF702AE823}"/>
          </ac:spMkLst>
        </pc:spChg>
        <pc:spChg chg="add del mod">
          <ac:chgData name="Evgeny Solovyev" userId="bcfa930f-b6be-4bbb-aeb8-5203be9dadaa" providerId="ADAL" clId="{48D02D74-94F9-4B51-B4D4-321A578620E9}" dt="2022-12-10T14:30:03.893" v="16" actId="478"/>
          <ac:spMkLst>
            <pc:docMk/>
            <pc:sldMk cId="3657912185" sldId="1336"/>
            <ac:spMk id="58" creationId="{EB4F000F-18C8-25AD-7349-0D118084BC3C}"/>
          </ac:spMkLst>
        </pc:spChg>
        <pc:spChg chg="add mod">
          <ac:chgData name="Evgeny Solovyev" userId="bcfa930f-b6be-4bbb-aeb8-5203be9dadaa" providerId="ADAL" clId="{48D02D74-94F9-4B51-B4D4-321A578620E9}" dt="2022-12-10T14:32:06.327" v="26" actId="1076"/>
          <ac:spMkLst>
            <pc:docMk/>
            <pc:sldMk cId="3657912185" sldId="1336"/>
            <ac:spMk id="59" creationId="{1456FC48-4687-E9F6-D608-A776C38903A4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61" creationId="{DA12DC5F-A67B-F076-67AF-229584027162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62" creationId="{D62F8B85-9B7C-9264-A6D6-2BB2630904AC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63" creationId="{17578945-798D-7D79-1288-F71146200002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64" creationId="{B9885E35-08CE-0C42-0CD8-212DDDB2AD25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65" creationId="{DFEFC961-7CAD-5E74-6F70-7D0DFE5CB41B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66" creationId="{443509EE-E023-63DE-7581-AF6D9DDCF2AB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67" creationId="{DF2FF3A4-84A9-DEAF-5C6F-ED66086DF75D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68" creationId="{68C75FF4-B328-7BAD-DE57-6A992BA8C41F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69" creationId="{BA652884-E78B-BD68-AEB3-2E8498D9D0FD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70" creationId="{85ACF275-3C45-B8D6-B1DE-766CF9101412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71" creationId="{AC7A6FEA-9CB7-0F40-60B0-46AC359732A1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72" creationId="{53497DA0-8112-D5B6-79AA-9A705B681C2C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73" creationId="{740D3F05-4D1F-A1FD-8CF5-7FDD9A5AEDE4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74" creationId="{F7AF218E-9E22-E42B-2D9C-1DFBA88461E8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75" creationId="{EBCF7318-8CBF-5002-EC2A-47D09BB05AD4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76" creationId="{C4F4A2C3-B9A1-3E6F-4A45-760AD1BC83BC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77" creationId="{8B6F380D-5299-DE18-99CE-6A1568A1261F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78" creationId="{542F888C-7FE7-C931-246B-A158DEE6518F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79" creationId="{2E3AAF7D-5EBF-458D-04D9-23FDF70895D5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80" creationId="{F330C5E6-6777-F994-56B6-7992904A959E}"/>
          </ac:spMkLst>
        </pc:spChg>
        <pc:spChg chg="add del mod">
          <ac:chgData name="Evgeny Solovyev" userId="bcfa930f-b6be-4bbb-aeb8-5203be9dadaa" providerId="ADAL" clId="{48D02D74-94F9-4B51-B4D4-321A578620E9}" dt="2022-12-10T14:33:03.269" v="31" actId="478"/>
          <ac:spMkLst>
            <pc:docMk/>
            <pc:sldMk cId="3657912185" sldId="1336"/>
            <ac:spMk id="81" creationId="{3FE231CD-52A0-3A7A-134C-175AC32D9F10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82" creationId="{1A25DD4D-0111-CED2-A438-6B668BC58FB5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83" creationId="{10799C4B-83E1-9F41-7714-9CF78115FE15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84" creationId="{FFFF4B18-35D3-55B1-C93E-6B786E1948FC}"/>
          </ac:spMkLst>
        </pc:spChg>
        <pc:spChg chg="add del mod">
          <ac:chgData name="Evgeny Solovyev" userId="bcfa930f-b6be-4bbb-aeb8-5203be9dadaa" providerId="ADAL" clId="{48D02D74-94F9-4B51-B4D4-321A578620E9}" dt="2022-12-10T14:33:03.269" v="31" actId="478"/>
          <ac:spMkLst>
            <pc:docMk/>
            <pc:sldMk cId="3657912185" sldId="1336"/>
            <ac:spMk id="85" creationId="{1392924F-CC6B-142B-6DAA-67B4281B72F9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86" creationId="{06461624-37DA-34CC-8D30-A81B026A445E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87" creationId="{201CBF0E-AB03-8766-82CD-A02EB1205107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88" creationId="{2403E9B9-B5A5-A978-9F9E-DF14B66F93C2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89" creationId="{683558D3-407E-BEC8-AA7C-87BC32A9621B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90" creationId="{DEFF4AC4-0208-8B2E-EDC0-B1C472C06C4B}"/>
          </ac:spMkLst>
        </pc:spChg>
        <pc:spChg chg="add del mod">
          <ac:chgData name="Evgeny Solovyev" userId="bcfa930f-b6be-4bbb-aeb8-5203be9dadaa" providerId="ADAL" clId="{48D02D74-94F9-4B51-B4D4-321A578620E9}" dt="2022-12-10T14:33:24.846" v="38" actId="478"/>
          <ac:spMkLst>
            <pc:docMk/>
            <pc:sldMk cId="3657912185" sldId="1336"/>
            <ac:spMk id="91" creationId="{871BB703-99B4-80A4-7037-6AF307C0F293}"/>
          </ac:spMkLst>
        </pc:spChg>
        <pc:spChg chg="add del mod">
          <ac:chgData name="Evgeny Solovyev" userId="bcfa930f-b6be-4bbb-aeb8-5203be9dadaa" providerId="ADAL" clId="{48D02D74-94F9-4B51-B4D4-321A578620E9}" dt="2022-12-10T14:33:15.112" v="36" actId="478"/>
          <ac:spMkLst>
            <pc:docMk/>
            <pc:sldMk cId="3657912185" sldId="1336"/>
            <ac:spMk id="93" creationId="{C83922C4-395E-0F6F-CC5C-43792847C507}"/>
          </ac:spMkLst>
        </pc:spChg>
        <pc:spChg chg="add del mod">
          <ac:chgData name="Evgeny Solovyev" userId="bcfa930f-b6be-4bbb-aeb8-5203be9dadaa" providerId="ADAL" clId="{48D02D74-94F9-4B51-B4D4-321A578620E9}" dt="2022-12-10T14:33:13.685" v="35" actId="478"/>
          <ac:spMkLst>
            <pc:docMk/>
            <pc:sldMk cId="3657912185" sldId="1336"/>
            <ac:spMk id="94" creationId="{49E449AD-1087-C328-3E6A-5D29BD97799B}"/>
          </ac:spMkLst>
        </pc:spChg>
        <pc:spChg chg="add del mod">
          <ac:chgData name="Evgeny Solovyev" userId="bcfa930f-b6be-4bbb-aeb8-5203be9dadaa" providerId="ADAL" clId="{48D02D74-94F9-4B51-B4D4-321A578620E9}" dt="2022-12-10T14:33:13.048" v="34" actId="478"/>
          <ac:spMkLst>
            <pc:docMk/>
            <pc:sldMk cId="3657912185" sldId="1336"/>
            <ac:spMk id="95" creationId="{29CD79C0-BE15-83A8-E3E6-43A952317435}"/>
          </ac:spMkLst>
        </pc:spChg>
        <pc:spChg chg="add del mod">
          <ac:chgData name="Evgeny Solovyev" userId="bcfa930f-b6be-4bbb-aeb8-5203be9dadaa" providerId="ADAL" clId="{48D02D74-94F9-4B51-B4D4-321A578620E9}" dt="2022-12-10T14:33:10.669" v="32" actId="478"/>
          <ac:spMkLst>
            <pc:docMk/>
            <pc:sldMk cId="3657912185" sldId="1336"/>
            <ac:spMk id="96" creationId="{015E9E70-D4CE-865B-97FC-EDFB1B40360F}"/>
          </ac:spMkLst>
        </pc:spChg>
        <pc:spChg chg="add mod">
          <ac:chgData name="Evgeny Solovyev" userId="bcfa930f-b6be-4bbb-aeb8-5203be9dadaa" providerId="ADAL" clId="{48D02D74-94F9-4B51-B4D4-321A578620E9}" dt="2022-12-10T14:32:55.442" v="30"/>
          <ac:spMkLst>
            <pc:docMk/>
            <pc:sldMk cId="3657912185" sldId="1336"/>
            <ac:spMk id="97" creationId="{F1D41819-CA9B-64AD-B9E9-BCEA5BDE2377}"/>
          </ac:spMkLst>
        </pc:spChg>
        <pc:spChg chg="add del mod">
          <ac:chgData name="Evgeny Solovyev" userId="bcfa930f-b6be-4bbb-aeb8-5203be9dadaa" providerId="ADAL" clId="{48D02D74-94F9-4B51-B4D4-321A578620E9}" dt="2022-12-10T14:33:16.669" v="37" actId="478"/>
          <ac:spMkLst>
            <pc:docMk/>
            <pc:sldMk cId="3657912185" sldId="1336"/>
            <ac:spMk id="98" creationId="{7D522731-EFE0-4A07-7988-45569B12CDD9}"/>
          </ac:spMkLst>
        </pc:spChg>
        <pc:picChg chg="add del mod">
          <ac:chgData name="Evgeny Solovyev" userId="bcfa930f-b6be-4bbb-aeb8-5203be9dadaa" providerId="ADAL" clId="{48D02D74-94F9-4B51-B4D4-321A578620E9}" dt="2022-12-10T14:23:39.426" v="3"/>
          <ac:picMkLst>
            <pc:docMk/>
            <pc:sldMk cId="3657912185" sldId="1336"/>
            <ac:picMk id="31" creationId="{A5997442-D803-C327-EE1B-539D6CE60764}"/>
          </ac:picMkLst>
        </pc:picChg>
        <pc:picChg chg="add del mod">
          <ac:chgData name="Evgeny Solovyev" userId="bcfa930f-b6be-4bbb-aeb8-5203be9dadaa" providerId="ADAL" clId="{48D02D74-94F9-4B51-B4D4-321A578620E9}" dt="2022-12-10T14:23:39.426" v="3"/>
          <ac:picMkLst>
            <pc:docMk/>
            <pc:sldMk cId="3657912185" sldId="1336"/>
            <ac:picMk id="36" creationId="{E5830666-40A1-32FA-E7F5-4D7E4698928C}"/>
          </ac:picMkLst>
        </pc:picChg>
        <pc:picChg chg="add mod">
          <ac:chgData name="Evgeny Solovyev" userId="bcfa930f-b6be-4bbb-aeb8-5203be9dadaa" providerId="ADAL" clId="{48D02D74-94F9-4B51-B4D4-321A578620E9}" dt="2022-12-10T14:32:20.628" v="28" actId="1076"/>
          <ac:picMkLst>
            <pc:docMk/>
            <pc:sldMk cId="3657912185" sldId="1336"/>
            <ac:picMk id="49" creationId="{26264503-7974-B857-4B26-1F4BDC8591D8}"/>
          </ac:picMkLst>
        </pc:picChg>
        <pc:picChg chg="add mod">
          <ac:chgData name="Evgeny Solovyev" userId="bcfa930f-b6be-4bbb-aeb8-5203be9dadaa" providerId="ADAL" clId="{48D02D74-94F9-4B51-B4D4-321A578620E9}" dt="2022-12-10T14:32:17.868" v="27" actId="1076"/>
          <ac:picMkLst>
            <pc:docMk/>
            <pc:sldMk cId="3657912185" sldId="1336"/>
            <ac:picMk id="50" creationId="{99C78834-7A86-F8A3-06FE-F9C1884291FA}"/>
          </ac:picMkLst>
        </pc:picChg>
        <pc:picChg chg="add mod">
          <ac:chgData name="Evgeny Solovyev" userId="bcfa930f-b6be-4bbb-aeb8-5203be9dadaa" providerId="ADAL" clId="{48D02D74-94F9-4B51-B4D4-321A578620E9}" dt="2022-12-10T14:32:06.327" v="26" actId="1076"/>
          <ac:picMkLst>
            <pc:docMk/>
            <pc:sldMk cId="3657912185" sldId="1336"/>
            <ac:picMk id="60" creationId="{6665C8D3-2D06-57BF-5E7B-E86F28814C3D}"/>
          </ac:picMkLst>
        </pc:picChg>
        <pc:picChg chg="add del mod">
          <ac:chgData name="Evgeny Solovyev" userId="bcfa930f-b6be-4bbb-aeb8-5203be9dadaa" providerId="ADAL" clId="{48D02D74-94F9-4B51-B4D4-321A578620E9}" dt="2022-12-10T14:33:24.846" v="38" actId="478"/>
          <ac:picMkLst>
            <pc:docMk/>
            <pc:sldMk cId="3657912185" sldId="1336"/>
            <ac:picMk id="92" creationId="{33DA748B-0964-A4DF-23D5-E2D2824F4D81}"/>
          </ac:picMkLst>
        </pc:picChg>
        <pc:cxnChg chg="add mod">
          <ac:chgData name="Evgeny Solovyev" userId="bcfa930f-b6be-4bbb-aeb8-5203be9dadaa" providerId="ADAL" clId="{48D02D74-94F9-4B51-B4D4-321A578620E9}" dt="2022-12-10T14:32:29.770" v="29" actId="1076"/>
          <ac:cxnSpMkLst>
            <pc:docMk/>
            <pc:sldMk cId="3657912185" sldId="1336"/>
            <ac:cxnSpMk id="3" creationId="{82499F95-3FF4-B33F-04A1-A188A2B65FC3}"/>
          </ac:cxnSpMkLst>
        </pc:cxnChg>
        <pc:cxnChg chg="add mod">
          <ac:chgData name="Evgeny Solovyev" userId="bcfa930f-b6be-4bbb-aeb8-5203be9dadaa" providerId="ADAL" clId="{48D02D74-94F9-4B51-B4D4-321A578620E9}" dt="2022-12-10T14:32:29.770" v="29" actId="1076"/>
          <ac:cxnSpMkLst>
            <pc:docMk/>
            <pc:sldMk cId="3657912185" sldId="1336"/>
            <ac:cxnSpMk id="44" creationId="{39F923A9-2E28-C9E9-0574-B631C34149D7}"/>
          </ac:cxnSpMkLst>
        </pc:cxnChg>
        <pc:cxnChg chg="add mod">
          <ac:chgData name="Evgeny Solovyev" userId="bcfa930f-b6be-4bbb-aeb8-5203be9dadaa" providerId="ADAL" clId="{48D02D74-94F9-4B51-B4D4-321A578620E9}" dt="2022-12-10T14:32:29.770" v="29" actId="1076"/>
          <ac:cxnSpMkLst>
            <pc:docMk/>
            <pc:sldMk cId="3657912185" sldId="1336"/>
            <ac:cxnSpMk id="45" creationId="{A42663FA-5AAC-8E94-C94D-72C2468D243C}"/>
          </ac:cxnSpMkLst>
        </pc:cxnChg>
        <pc:cxnChg chg="add mod">
          <ac:chgData name="Evgeny Solovyev" userId="bcfa930f-b6be-4bbb-aeb8-5203be9dadaa" providerId="ADAL" clId="{48D02D74-94F9-4B51-B4D4-321A578620E9}" dt="2022-12-10T14:32:29.770" v="29" actId="1076"/>
          <ac:cxnSpMkLst>
            <pc:docMk/>
            <pc:sldMk cId="3657912185" sldId="1336"/>
            <ac:cxnSpMk id="48" creationId="{8D4B1D74-8EEC-24CE-B438-5975CD3CAA26}"/>
          </ac:cxnSpMkLst>
        </pc:cxnChg>
        <pc:cxnChg chg="add del mod">
          <ac:chgData name="Evgeny Solovyev" userId="bcfa930f-b6be-4bbb-aeb8-5203be9dadaa" providerId="ADAL" clId="{48D02D74-94F9-4B51-B4D4-321A578620E9}" dt="2022-12-10T14:30:09.726" v="20" actId="478"/>
          <ac:cxnSpMkLst>
            <pc:docMk/>
            <pc:sldMk cId="3657912185" sldId="1336"/>
            <ac:cxnSpMk id="51" creationId="{4AA5BF3B-AED9-3B5D-4AE1-C88095B65CE7}"/>
          </ac:cxnSpMkLst>
        </pc:cxnChg>
        <pc:cxnChg chg="add del mod">
          <ac:chgData name="Evgeny Solovyev" userId="bcfa930f-b6be-4bbb-aeb8-5203be9dadaa" providerId="ADAL" clId="{48D02D74-94F9-4B51-B4D4-321A578620E9}" dt="2022-12-10T14:30:05.914" v="18" actId="478"/>
          <ac:cxnSpMkLst>
            <pc:docMk/>
            <pc:sldMk cId="3657912185" sldId="1336"/>
            <ac:cxnSpMk id="52" creationId="{82E50FC7-BBAA-BA69-6C82-642D0B43F238}"/>
          </ac:cxnSpMkLst>
        </pc:cxnChg>
        <pc:cxnChg chg="add del mod">
          <ac:chgData name="Evgeny Solovyev" userId="bcfa930f-b6be-4bbb-aeb8-5203be9dadaa" providerId="ADAL" clId="{48D02D74-94F9-4B51-B4D4-321A578620E9}" dt="2022-12-10T14:30:05.050" v="17" actId="478"/>
          <ac:cxnSpMkLst>
            <pc:docMk/>
            <pc:sldMk cId="3657912185" sldId="1336"/>
            <ac:cxnSpMk id="56" creationId="{D0136630-F2C3-D381-356B-76391B7C2968}"/>
          </ac:cxnSpMkLst>
        </pc:cxnChg>
        <pc:cxnChg chg="add del mod">
          <ac:chgData name="Evgeny Solovyev" userId="bcfa930f-b6be-4bbb-aeb8-5203be9dadaa" providerId="ADAL" clId="{48D02D74-94F9-4B51-B4D4-321A578620E9}" dt="2022-12-10T14:30:07.690" v="19" actId="478"/>
          <ac:cxnSpMkLst>
            <pc:docMk/>
            <pc:sldMk cId="3657912185" sldId="1336"/>
            <ac:cxnSpMk id="57" creationId="{9BA9095E-53AD-442B-14AF-590D56E2B5D9}"/>
          </ac:cxnSpMkLst>
        </pc:cxnChg>
      </pc:sldChg>
      <pc:sldChg chg="addSp delSp modSp new mod ord modAnim">
        <pc:chgData name="Evgeny Solovyev" userId="bcfa930f-b6be-4bbb-aeb8-5203be9dadaa" providerId="ADAL" clId="{48D02D74-94F9-4B51-B4D4-321A578620E9}" dt="2022-12-16T07:32:56.018" v="6318" actId="14100"/>
        <pc:sldMkLst>
          <pc:docMk/>
          <pc:sldMk cId="1766438782" sldId="1337"/>
        </pc:sldMkLst>
        <pc:spChg chg="add mod">
          <ac:chgData name="Evgeny Solovyev" userId="bcfa930f-b6be-4bbb-aeb8-5203be9dadaa" providerId="ADAL" clId="{48D02D74-94F9-4B51-B4D4-321A578620E9}" dt="2022-12-10T14:41:11.449" v="102" actId="339"/>
          <ac:spMkLst>
            <pc:docMk/>
            <pc:sldMk cId="1766438782" sldId="1337"/>
            <ac:spMk id="5" creationId="{8F27850B-BFE3-E781-F953-C0AB87ACA075}"/>
          </ac:spMkLst>
        </pc:spChg>
        <pc:spChg chg="add mod">
          <ac:chgData name="Evgeny Solovyev" userId="bcfa930f-b6be-4bbb-aeb8-5203be9dadaa" providerId="ADAL" clId="{48D02D74-94F9-4B51-B4D4-321A578620E9}" dt="2022-12-10T15:15:02.772" v="441" actId="1076"/>
          <ac:spMkLst>
            <pc:docMk/>
            <pc:sldMk cId="1766438782" sldId="1337"/>
            <ac:spMk id="6" creationId="{D840DBD2-CF7C-9FB6-38CC-CE99AB7ADE7F}"/>
          </ac:spMkLst>
        </pc:spChg>
        <pc:spChg chg="add mod">
          <ac:chgData name="Evgeny Solovyev" userId="bcfa930f-b6be-4bbb-aeb8-5203be9dadaa" providerId="ADAL" clId="{48D02D74-94F9-4B51-B4D4-321A578620E9}" dt="2022-12-10T15:06:21.737" v="180" actId="1076"/>
          <ac:spMkLst>
            <pc:docMk/>
            <pc:sldMk cId="1766438782" sldId="1337"/>
            <ac:spMk id="7" creationId="{F3422786-3DB0-46E4-DAA3-1010A24CAA6E}"/>
          </ac:spMkLst>
        </pc:spChg>
        <pc:spChg chg="add mod">
          <ac:chgData name="Evgeny Solovyev" userId="bcfa930f-b6be-4bbb-aeb8-5203be9dadaa" providerId="ADAL" clId="{48D02D74-94F9-4B51-B4D4-321A578620E9}" dt="2022-12-16T07:30:09.814" v="6272" actId="20577"/>
          <ac:spMkLst>
            <pc:docMk/>
            <pc:sldMk cId="1766438782" sldId="1337"/>
            <ac:spMk id="13" creationId="{9611CFE1-E8B6-1887-5C7E-C0A725CCFF19}"/>
          </ac:spMkLst>
        </pc:spChg>
        <pc:spChg chg="add mod">
          <ac:chgData name="Evgeny Solovyev" userId="bcfa930f-b6be-4bbb-aeb8-5203be9dadaa" providerId="ADAL" clId="{48D02D74-94F9-4B51-B4D4-321A578620E9}" dt="2022-12-16T07:30:18.940" v="6273"/>
          <ac:spMkLst>
            <pc:docMk/>
            <pc:sldMk cId="1766438782" sldId="1337"/>
            <ac:spMk id="14" creationId="{66469B3F-DB70-CE11-90A3-0EE256F6662E}"/>
          </ac:spMkLst>
        </pc:spChg>
        <pc:spChg chg="add mod">
          <ac:chgData name="Evgeny Solovyev" userId="bcfa930f-b6be-4bbb-aeb8-5203be9dadaa" providerId="ADAL" clId="{48D02D74-94F9-4B51-B4D4-321A578620E9}" dt="2022-12-10T15:06:27.177" v="182" actId="1076"/>
          <ac:spMkLst>
            <pc:docMk/>
            <pc:sldMk cId="1766438782" sldId="1337"/>
            <ac:spMk id="15" creationId="{92C30ABF-16FF-D89E-971B-770108DFAF7F}"/>
          </ac:spMkLst>
        </pc:spChg>
        <pc:spChg chg="add mod">
          <ac:chgData name="Evgeny Solovyev" userId="bcfa930f-b6be-4bbb-aeb8-5203be9dadaa" providerId="ADAL" clId="{48D02D74-94F9-4B51-B4D4-321A578620E9}" dt="2022-12-10T15:06:34.914" v="184" actId="1076"/>
          <ac:spMkLst>
            <pc:docMk/>
            <pc:sldMk cId="1766438782" sldId="1337"/>
            <ac:spMk id="16" creationId="{EA12AEE6-83DD-2FAE-2D86-A42A836676A1}"/>
          </ac:spMkLst>
        </pc:spChg>
        <pc:spChg chg="add mod ord">
          <ac:chgData name="Evgeny Solovyev" userId="bcfa930f-b6be-4bbb-aeb8-5203be9dadaa" providerId="ADAL" clId="{48D02D74-94F9-4B51-B4D4-321A578620E9}" dt="2022-12-10T15:10:42.731" v="388" actId="207"/>
          <ac:spMkLst>
            <pc:docMk/>
            <pc:sldMk cId="1766438782" sldId="1337"/>
            <ac:spMk id="17" creationId="{E0457CA5-3AD2-43D0-CED0-73D8B93E73F8}"/>
          </ac:spMkLst>
        </pc:spChg>
        <pc:spChg chg="add del mod">
          <ac:chgData name="Evgeny Solovyev" userId="bcfa930f-b6be-4bbb-aeb8-5203be9dadaa" providerId="ADAL" clId="{48D02D74-94F9-4B51-B4D4-321A578620E9}" dt="2022-12-10T15:14:07.698" v="431" actId="478"/>
          <ac:spMkLst>
            <pc:docMk/>
            <pc:sldMk cId="1766438782" sldId="1337"/>
            <ac:spMk id="18" creationId="{CD3A553E-6CD4-0D10-83FD-2B1E02F71A39}"/>
          </ac:spMkLst>
        </pc:spChg>
        <pc:spChg chg="add mod">
          <ac:chgData name="Evgeny Solovyev" userId="bcfa930f-b6be-4bbb-aeb8-5203be9dadaa" providerId="ADAL" clId="{48D02D74-94F9-4B51-B4D4-321A578620E9}" dt="2022-12-16T07:31:34.910" v="6317" actId="1076"/>
          <ac:spMkLst>
            <pc:docMk/>
            <pc:sldMk cId="1766438782" sldId="1337"/>
            <ac:spMk id="19" creationId="{F2D8EA2A-F6F9-7B80-08F5-AD4E52C9910C}"/>
          </ac:spMkLst>
        </pc:spChg>
        <pc:spChg chg="add del mod">
          <ac:chgData name="Evgeny Solovyev" userId="bcfa930f-b6be-4bbb-aeb8-5203be9dadaa" providerId="ADAL" clId="{48D02D74-94F9-4B51-B4D4-321A578620E9}" dt="2022-12-10T15:14:05.933" v="430" actId="478"/>
          <ac:spMkLst>
            <pc:docMk/>
            <pc:sldMk cId="1766438782" sldId="1337"/>
            <ac:spMk id="20" creationId="{74869B20-D392-CE27-11AB-D15F351348C8}"/>
          </ac:spMkLst>
        </pc:spChg>
        <pc:spChg chg="add mod">
          <ac:chgData name="Evgeny Solovyev" userId="bcfa930f-b6be-4bbb-aeb8-5203be9dadaa" providerId="ADAL" clId="{48D02D74-94F9-4B51-B4D4-321A578620E9}" dt="2022-12-10T15:13:49.955" v="428" actId="1076"/>
          <ac:spMkLst>
            <pc:docMk/>
            <pc:sldMk cId="1766438782" sldId="1337"/>
            <ac:spMk id="22" creationId="{904AD148-1E87-2CD6-25B4-174B07B4DC97}"/>
          </ac:spMkLst>
        </pc:spChg>
        <pc:spChg chg="add mod">
          <ac:chgData name="Evgeny Solovyev" userId="bcfa930f-b6be-4bbb-aeb8-5203be9dadaa" providerId="ADAL" clId="{48D02D74-94F9-4B51-B4D4-321A578620E9}" dt="2022-12-10T15:14:31.400" v="433" actId="1076"/>
          <ac:spMkLst>
            <pc:docMk/>
            <pc:sldMk cId="1766438782" sldId="1337"/>
            <ac:spMk id="23" creationId="{B532F674-7365-6205-7F10-4BE376969318}"/>
          </ac:spMkLst>
        </pc:spChg>
        <pc:spChg chg="add mod">
          <ac:chgData name="Evgeny Solovyev" userId="bcfa930f-b6be-4bbb-aeb8-5203be9dadaa" providerId="ADAL" clId="{48D02D74-94F9-4B51-B4D4-321A578620E9}" dt="2022-12-10T15:15:02.772" v="441" actId="1076"/>
          <ac:spMkLst>
            <pc:docMk/>
            <pc:sldMk cId="1766438782" sldId="1337"/>
            <ac:spMk id="25" creationId="{42F9F26A-F64D-7B08-DB33-7E8CEC77DB44}"/>
          </ac:spMkLst>
        </pc:spChg>
        <pc:spChg chg="add mod">
          <ac:chgData name="Evgeny Solovyev" userId="bcfa930f-b6be-4bbb-aeb8-5203be9dadaa" providerId="ADAL" clId="{48D02D74-94F9-4B51-B4D4-321A578620E9}" dt="2022-12-10T15:15:02.772" v="441" actId="1076"/>
          <ac:spMkLst>
            <pc:docMk/>
            <pc:sldMk cId="1766438782" sldId="1337"/>
            <ac:spMk id="26" creationId="{C49C70EC-658D-EB0F-4C04-45648B444270}"/>
          </ac:spMkLst>
        </pc:spChg>
        <pc:spChg chg="add mod ord">
          <ac:chgData name="Evgeny Solovyev" userId="bcfa930f-b6be-4bbb-aeb8-5203be9dadaa" providerId="ADAL" clId="{48D02D74-94F9-4B51-B4D4-321A578620E9}" dt="2022-12-10T15:15:23.316" v="446" actId="167"/>
          <ac:spMkLst>
            <pc:docMk/>
            <pc:sldMk cId="1766438782" sldId="1337"/>
            <ac:spMk id="27" creationId="{46508E8C-F253-B224-8CFB-CEF831A66C19}"/>
          </ac:spMkLst>
        </pc:spChg>
        <pc:spChg chg="add mod">
          <ac:chgData name="Evgeny Solovyev" userId="bcfa930f-b6be-4bbb-aeb8-5203be9dadaa" providerId="ADAL" clId="{48D02D74-94F9-4B51-B4D4-321A578620E9}" dt="2022-12-10T15:16:12.575" v="460" actId="1076"/>
          <ac:spMkLst>
            <pc:docMk/>
            <pc:sldMk cId="1766438782" sldId="1337"/>
            <ac:spMk id="35" creationId="{3F6E7B11-C5F8-9AF0-C7B3-C13C32EA094C}"/>
          </ac:spMkLst>
        </pc:spChg>
        <pc:spChg chg="add mod">
          <ac:chgData name="Evgeny Solovyev" userId="bcfa930f-b6be-4bbb-aeb8-5203be9dadaa" providerId="ADAL" clId="{48D02D74-94F9-4B51-B4D4-321A578620E9}" dt="2022-12-16T07:30:51.872" v="6282" actId="1076"/>
          <ac:spMkLst>
            <pc:docMk/>
            <pc:sldMk cId="1766438782" sldId="1337"/>
            <ac:spMk id="36" creationId="{12D780F7-7CB9-8652-6F30-617C1549C43A}"/>
          </ac:spMkLst>
        </pc:spChg>
        <pc:picChg chg="add mod modCrop">
          <ac:chgData name="Evgeny Solovyev" userId="bcfa930f-b6be-4bbb-aeb8-5203be9dadaa" providerId="ADAL" clId="{48D02D74-94F9-4B51-B4D4-321A578620E9}" dt="2022-12-10T15:09:50.432" v="228" actId="1076"/>
          <ac:picMkLst>
            <pc:docMk/>
            <pc:sldMk cId="1766438782" sldId="1337"/>
            <ac:picMk id="3" creationId="{82D391B9-E8E0-2354-759E-35B95A3AB2E3}"/>
          </ac:picMkLst>
        </pc:picChg>
        <pc:picChg chg="add mod modCrop">
          <ac:chgData name="Evgeny Solovyev" userId="bcfa930f-b6be-4bbb-aeb8-5203be9dadaa" providerId="ADAL" clId="{48D02D74-94F9-4B51-B4D4-321A578620E9}" dt="2022-12-10T15:13:17.831" v="421" actId="1076"/>
          <ac:picMkLst>
            <pc:docMk/>
            <pc:sldMk cId="1766438782" sldId="1337"/>
            <ac:picMk id="4" creationId="{ADC33004-BAE8-4C80-AAC7-2488BB8DC93E}"/>
          </ac:picMkLst>
        </pc:picChg>
        <pc:picChg chg="add mod">
          <ac:chgData name="Evgeny Solovyev" userId="bcfa930f-b6be-4bbb-aeb8-5203be9dadaa" providerId="ADAL" clId="{48D02D74-94F9-4B51-B4D4-321A578620E9}" dt="2022-12-10T15:01:36.528" v="115" actId="1076"/>
          <ac:picMkLst>
            <pc:docMk/>
            <pc:sldMk cId="1766438782" sldId="1337"/>
            <ac:picMk id="8" creationId="{5EAD02F9-CC8E-07C2-F538-82FCBB97D7C4}"/>
          </ac:picMkLst>
        </pc:picChg>
        <pc:picChg chg="add mod">
          <ac:chgData name="Evgeny Solovyev" userId="bcfa930f-b6be-4bbb-aeb8-5203be9dadaa" providerId="ADAL" clId="{48D02D74-94F9-4B51-B4D4-321A578620E9}" dt="2022-12-10T15:01:36.528" v="115" actId="1076"/>
          <ac:picMkLst>
            <pc:docMk/>
            <pc:sldMk cId="1766438782" sldId="1337"/>
            <ac:picMk id="9" creationId="{20432D09-023A-24BC-BABB-68C89E345F77}"/>
          </ac:picMkLst>
        </pc:picChg>
        <pc:picChg chg="add mod">
          <ac:chgData name="Evgeny Solovyev" userId="bcfa930f-b6be-4bbb-aeb8-5203be9dadaa" providerId="ADAL" clId="{48D02D74-94F9-4B51-B4D4-321A578620E9}" dt="2022-12-10T15:01:36.528" v="115" actId="1076"/>
          <ac:picMkLst>
            <pc:docMk/>
            <pc:sldMk cId="1766438782" sldId="1337"/>
            <ac:picMk id="10" creationId="{894018C8-DB66-4BCC-EC0C-2D9453ACB059}"/>
          </ac:picMkLst>
        </pc:picChg>
        <pc:picChg chg="add mod">
          <ac:chgData name="Evgeny Solovyev" userId="bcfa930f-b6be-4bbb-aeb8-5203be9dadaa" providerId="ADAL" clId="{48D02D74-94F9-4B51-B4D4-321A578620E9}" dt="2022-12-10T15:01:36.528" v="115" actId="1076"/>
          <ac:picMkLst>
            <pc:docMk/>
            <pc:sldMk cId="1766438782" sldId="1337"/>
            <ac:picMk id="11" creationId="{A73A3824-8244-42A1-5A66-57BC978513FB}"/>
          </ac:picMkLst>
        </pc:picChg>
        <pc:picChg chg="add mod">
          <ac:chgData name="Evgeny Solovyev" userId="bcfa930f-b6be-4bbb-aeb8-5203be9dadaa" providerId="ADAL" clId="{48D02D74-94F9-4B51-B4D4-321A578620E9}" dt="2022-12-10T15:01:36.528" v="115" actId="1076"/>
          <ac:picMkLst>
            <pc:docMk/>
            <pc:sldMk cId="1766438782" sldId="1337"/>
            <ac:picMk id="12" creationId="{B88F7911-4A5D-98EC-77CB-2FD0632D0E7D}"/>
          </ac:picMkLst>
        </pc:picChg>
        <pc:picChg chg="add mod">
          <ac:chgData name="Evgeny Solovyev" userId="bcfa930f-b6be-4bbb-aeb8-5203be9dadaa" providerId="ADAL" clId="{48D02D74-94F9-4B51-B4D4-321A578620E9}" dt="2022-12-10T15:13:53.399" v="429" actId="166"/>
          <ac:picMkLst>
            <pc:docMk/>
            <pc:sldMk cId="1766438782" sldId="1337"/>
            <ac:picMk id="21" creationId="{AA6B07B4-B1BA-BD78-1F91-0F56FD8DBCF2}"/>
          </ac:picMkLst>
        </pc:picChg>
        <pc:picChg chg="add mod">
          <ac:chgData name="Evgeny Solovyev" userId="bcfa930f-b6be-4bbb-aeb8-5203be9dadaa" providerId="ADAL" clId="{48D02D74-94F9-4B51-B4D4-321A578620E9}" dt="2022-12-10T15:14:31.400" v="433" actId="1076"/>
          <ac:picMkLst>
            <pc:docMk/>
            <pc:sldMk cId="1766438782" sldId="1337"/>
            <ac:picMk id="24" creationId="{ECB69EE5-8B01-EEE9-5164-725A3BE40353}"/>
          </ac:picMkLst>
        </pc:picChg>
        <pc:picChg chg="add mod">
          <ac:chgData name="Evgeny Solovyev" userId="bcfa930f-b6be-4bbb-aeb8-5203be9dadaa" providerId="ADAL" clId="{48D02D74-94F9-4B51-B4D4-321A578620E9}" dt="2022-12-10T15:28:03.884" v="533" actId="1076"/>
          <ac:picMkLst>
            <pc:docMk/>
            <pc:sldMk cId="1766438782" sldId="1337"/>
            <ac:picMk id="1026" creationId="{35659ABA-1D87-E4F9-5013-13811C80C754}"/>
          </ac:picMkLst>
        </pc:picChg>
        <pc:cxnChg chg="add mod">
          <ac:chgData name="Evgeny Solovyev" userId="bcfa930f-b6be-4bbb-aeb8-5203be9dadaa" providerId="ADAL" clId="{48D02D74-94F9-4B51-B4D4-321A578620E9}" dt="2022-12-10T15:15:50.803" v="452" actId="1076"/>
          <ac:cxnSpMkLst>
            <pc:docMk/>
            <pc:sldMk cId="1766438782" sldId="1337"/>
            <ac:cxnSpMk id="29" creationId="{40FB7891-4D0A-4A1C-1162-3CAB2BFF6EAF}"/>
          </ac:cxnSpMkLst>
        </pc:cxnChg>
        <pc:cxnChg chg="add mod">
          <ac:chgData name="Evgeny Solovyev" userId="bcfa930f-b6be-4bbb-aeb8-5203be9dadaa" providerId="ADAL" clId="{48D02D74-94F9-4B51-B4D4-321A578620E9}" dt="2022-12-16T07:32:56.018" v="6318" actId="14100"/>
          <ac:cxnSpMkLst>
            <pc:docMk/>
            <pc:sldMk cId="1766438782" sldId="1337"/>
            <ac:cxnSpMk id="32" creationId="{F9EEA297-7165-689D-58FB-2570898EBEA3}"/>
          </ac:cxnSpMkLst>
        </pc:cxnChg>
      </pc:sldChg>
      <pc:sldChg chg="addSp modSp add mod ord">
        <pc:chgData name="Evgeny Solovyev" userId="bcfa930f-b6be-4bbb-aeb8-5203be9dadaa" providerId="ADAL" clId="{48D02D74-94F9-4B51-B4D4-321A578620E9}" dt="2022-12-17T08:26:59.680" v="9216" actId="1076"/>
        <pc:sldMkLst>
          <pc:docMk/>
          <pc:sldMk cId="991926727" sldId="1338"/>
        </pc:sldMkLst>
        <pc:spChg chg="add mod">
          <ac:chgData name="Evgeny Solovyev" userId="bcfa930f-b6be-4bbb-aeb8-5203be9dadaa" providerId="ADAL" clId="{48D02D74-94F9-4B51-B4D4-321A578620E9}" dt="2022-12-17T08:26:53.170" v="9215" actId="1076"/>
          <ac:spMkLst>
            <pc:docMk/>
            <pc:sldMk cId="991926727" sldId="1338"/>
            <ac:spMk id="3" creationId="{A1D3F0E2-8C09-F4CB-4B9E-238D1C3A0533}"/>
          </ac:spMkLst>
        </pc:spChg>
        <pc:spChg chg="add mod">
          <ac:chgData name="Evgeny Solovyev" userId="bcfa930f-b6be-4bbb-aeb8-5203be9dadaa" providerId="ADAL" clId="{48D02D74-94F9-4B51-B4D4-321A578620E9}" dt="2022-12-17T08:26:59.680" v="9216" actId="1076"/>
          <ac:spMkLst>
            <pc:docMk/>
            <pc:sldMk cId="991926727" sldId="1338"/>
            <ac:spMk id="4" creationId="{2FA09568-CCE7-8711-9B5C-2F1F0E3F2514}"/>
          </ac:spMkLst>
        </pc:spChg>
        <pc:picChg chg="add mod">
          <ac:chgData name="Evgeny Solovyev" userId="bcfa930f-b6be-4bbb-aeb8-5203be9dadaa" providerId="ADAL" clId="{48D02D74-94F9-4B51-B4D4-321A578620E9}" dt="2022-12-12T13:14:14.467" v="772"/>
          <ac:picMkLst>
            <pc:docMk/>
            <pc:sldMk cId="991926727" sldId="1338"/>
            <ac:picMk id="2" creationId="{D0871082-D2F1-D0F2-83A5-1ED63E904C3D}"/>
          </ac:picMkLst>
        </pc:picChg>
      </pc:sldChg>
      <pc:sldChg chg="addSp delSp modSp add del mod delAnim modAnim">
        <pc:chgData name="Evgeny Solovyev" userId="bcfa930f-b6be-4bbb-aeb8-5203be9dadaa" providerId="ADAL" clId="{48D02D74-94F9-4B51-B4D4-321A578620E9}" dt="2022-12-10T15:27:41.576" v="532" actId="2696"/>
        <pc:sldMkLst>
          <pc:docMk/>
          <pc:sldMk cId="2931818476" sldId="1338"/>
        </pc:sldMkLst>
        <pc:spChg chg="add mod">
          <ac:chgData name="Evgeny Solovyev" userId="bcfa930f-b6be-4bbb-aeb8-5203be9dadaa" providerId="ADAL" clId="{48D02D74-94F9-4B51-B4D4-321A578620E9}" dt="2022-12-10T15:07:10.937" v="190" actId="1076"/>
          <ac:spMkLst>
            <pc:docMk/>
            <pc:sldMk cId="2931818476" sldId="1338"/>
            <ac:spMk id="2" creationId="{770911B6-7675-14D0-6A5E-93FE0FBAFBB5}"/>
          </ac:spMkLst>
        </pc:spChg>
        <pc:spChg chg="mod">
          <ac:chgData name="Evgeny Solovyev" userId="bcfa930f-b6be-4bbb-aeb8-5203be9dadaa" providerId="ADAL" clId="{48D02D74-94F9-4B51-B4D4-321A578620E9}" dt="2022-12-10T14:36:25.241" v="61" actId="1076"/>
          <ac:spMkLst>
            <pc:docMk/>
            <pc:sldMk cId="2931818476" sldId="1338"/>
            <ac:spMk id="53" creationId="{BCAF398A-4A33-6A89-0367-37C41CDD56DA}"/>
          </ac:spMkLst>
        </pc:spChg>
        <pc:spChg chg="mod">
          <ac:chgData name="Evgeny Solovyev" userId="bcfa930f-b6be-4bbb-aeb8-5203be9dadaa" providerId="ADAL" clId="{48D02D74-94F9-4B51-B4D4-321A578620E9}" dt="2022-12-10T14:36:25.241" v="61" actId="1076"/>
          <ac:spMkLst>
            <pc:docMk/>
            <pc:sldMk cId="2931818476" sldId="1338"/>
            <ac:spMk id="54" creationId="{4225F92D-CE74-0E91-59BB-7532D844040E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55" creationId="{713C7409-8479-671A-EF03-C3AF702AE823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61" creationId="{DA12DC5F-A67B-F076-67AF-229584027162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62" creationId="{D62F8B85-9B7C-9264-A6D6-2BB2630904AC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63" creationId="{17578945-798D-7D79-1288-F71146200002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64" creationId="{B9885E35-08CE-0C42-0CD8-212DDDB2AD25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65" creationId="{DFEFC961-7CAD-5E74-6F70-7D0DFE5CB41B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66" creationId="{443509EE-E023-63DE-7581-AF6D9DDCF2AB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67" creationId="{DF2FF3A4-84A9-DEAF-5C6F-ED66086DF75D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68" creationId="{68C75FF4-B328-7BAD-DE57-6A992BA8C41F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69" creationId="{BA652884-E78B-BD68-AEB3-2E8498D9D0FD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70" creationId="{85ACF275-3C45-B8D6-B1DE-766CF9101412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71" creationId="{AC7A6FEA-9CB7-0F40-60B0-46AC359732A1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72" creationId="{53497DA0-8112-D5B6-79AA-9A705B681C2C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73" creationId="{740D3F05-4D1F-A1FD-8CF5-7FDD9A5AEDE4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74" creationId="{F7AF218E-9E22-E42B-2D9C-1DFBA88461E8}"/>
          </ac:spMkLst>
        </pc:spChg>
        <pc:spChg chg="mod">
          <ac:chgData name="Evgeny Solovyev" userId="bcfa930f-b6be-4bbb-aeb8-5203be9dadaa" providerId="ADAL" clId="{48D02D74-94F9-4B51-B4D4-321A578620E9}" dt="2022-12-10T14:36:46.550" v="62" actId="1076"/>
          <ac:spMkLst>
            <pc:docMk/>
            <pc:sldMk cId="2931818476" sldId="1338"/>
            <ac:spMk id="75" creationId="{EBCF7318-8CBF-5002-EC2A-47D09BB05AD4}"/>
          </ac:spMkLst>
        </pc:spChg>
        <pc:spChg chg="add del mod">
          <ac:chgData name="Evgeny Solovyev" userId="bcfa930f-b6be-4bbb-aeb8-5203be9dadaa" providerId="ADAL" clId="{48D02D74-94F9-4B51-B4D4-321A578620E9}" dt="2022-12-10T15:15:14.121" v="442" actId="1076"/>
          <ac:spMkLst>
            <pc:docMk/>
            <pc:sldMk cId="2931818476" sldId="1338"/>
            <ac:spMk id="76" creationId="{C4F4A2C3-B9A1-3E6F-4A45-760AD1BC83BC}"/>
          </ac:spMkLst>
        </pc:spChg>
        <pc:spChg chg="del">
          <ac:chgData name="Evgeny Solovyev" userId="bcfa930f-b6be-4bbb-aeb8-5203be9dadaa" providerId="ADAL" clId="{48D02D74-94F9-4B51-B4D4-321A578620E9}" dt="2022-12-10T14:36:07.650" v="52" actId="478"/>
          <ac:spMkLst>
            <pc:docMk/>
            <pc:sldMk cId="2931818476" sldId="1338"/>
            <ac:spMk id="77" creationId="{8B6F380D-5299-DE18-99CE-6A1568A1261F}"/>
          </ac:spMkLst>
        </pc:spChg>
        <pc:spChg chg="del">
          <ac:chgData name="Evgeny Solovyev" userId="bcfa930f-b6be-4bbb-aeb8-5203be9dadaa" providerId="ADAL" clId="{48D02D74-94F9-4B51-B4D4-321A578620E9}" dt="2022-12-10T14:35:59.746" v="44" actId="478"/>
          <ac:spMkLst>
            <pc:docMk/>
            <pc:sldMk cId="2931818476" sldId="1338"/>
            <ac:spMk id="78" creationId="{542F888C-7FE7-C931-246B-A158DEE6518F}"/>
          </ac:spMkLst>
        </pc:spChg>
        <pc:spChg chg="del">
          <ac:chgData name="Evgeny Solovyev" userId="bcfa930f-b6be-4bbb-aeb8-5203be9dadaa" providerId="ADAL" clId="{48D02D74-94F9-4B51-B4D4-321A578620E9}" dt="2022-12-10T14:36:04.446" v="48" actId="478"/>
          <ac:spMkLst>
            <pc:docMk/>
            <pc:sldMk cId="2931818476" sldId="1338"/>
            <ac:spMk id="79" creationId="{2E3AAF7D-5EBF-458D-04D9-23FDF70895D5}"/>
          </ac:spMkLst>
        </pc:spChg>
        <pc:spChg chg="del">
          <ac:chgData name="Evgeny Solovyev" userId="bcfa930f-b6be-4bbb-aeb8-5203be9dadaa" providerId="ADAL" clId="{48D02D74-94F9-4B51-B4D4-321A578620E9}" dt="2022-12-10T14:36:14.411" v="57" actId="478"/>
          <ac:spMkLst>
            <pc:docMk/>
            <pc:sldMk cId="2931818476" sldId="1338"/>
            <ac:spMk id="80" creationId="{F330C5E6-6777-F994-56B6-7992904A959E}"/>
          </ac:spMkLst>
        </pc:spChg>
        <pc:spChg chg="del">
          <ac:chgData name="Evgeny Solovyev" userId="bcfa930f-b6be-4bbb-aeb8-5203be9dadaa" providerId="ADAL" clId="{48D02D74-94F9-4B51-B4D4-321A578620E9}" dt="2022-12-10T14:36:12.505" v="55" actId="478"/>
          <ac:spMkLst>
            <pc:docMk/>
            <pc:sldMk cId="2931818476" sldId="1338"/>
            <ac:spMk id="82" creationId="{1A25DD4D-0111-CED2-A438-6B668BC58FB5}"/>
          </ac:spMkLst>
        </pc:spChg>
        <pc:spChg chg="del">
          <ac:chgData name="Evgeny Solovyev" userId="bcfa930f-b6be-4bbb-aeb8-5203be9dadaa" providerId="ADAL" clId="{48D02D74-94F9-4B51-B4D4-321A578620E9}" dt="2022-12-10T14:36:05.577" v="49" actId="478"/>
          <ac:spMkLst>
            <pc:docMk/>
            <pc:sldMk cId="2931818476" sldId="1338"/>
            <ac:spMk id="83" creationId="{10799C4B-83E1-9F41-7714-9CF78115FE15}"/>
          </ac:spMkLst>
        </pc:spChg>
        <pc:spChg chg="del">
          <ac:chgData name="Evgeny Solovyev" userId="bcfa930f-b6be-4bbb-aeb8-5203be9dadaa" providerId="ADAL" clId="{48D02D74-94F9-4B51-B4D4-321A578620E9}" dt="2022-12-10T14:36:15.037" v="58" actId="478"/>
          <ac:spMkLst>
            <pc:docMk/>
            <pc:sldMk cId="2931818476" sldId="1338"/>
            <ac:spMk id="84" creationId="{FFFF4B18-35D3-55B1-C93E-6B786E1948FC}"/>
          </ac:spMkLst>
        </pc:spChg>
        <pc:spChg chg="del">
          <ac:chgData name="Evgeny Solovyev" userId="bcfa930f-b6be-4bbb-aeb8-5203be9dadaa" providerId="ADAL" clId="{48D02D74-94F9-4B51-B4D4-321A578620E9}" dt="2022-12-10T14:36:13.714" v="56" actId="478"/>
          <ac:spMkLst>
            <pc:docMk/>
            <pc:sldMk cId="2931818476" sldId="1338"/>
            <ac:spMk id="86" creationId="{06461624-37DA-34CC-8D30-A81B026A445E}"/>
          </ac:spMkLst>
        </pc:spChg>
        <pc:spChg chg="del">
          <ac:chgData name="Evgeny Solovyev" userId="bcfa930f-b6be-4bbb-aeb8-5203be9dadaa" providerId="ADAL" clId="{48D02D74-94F9-4B51-B4D4-321A578620E9}" dt="2022-12-10T14:36:06.902" v="51" actId="478"/>
          <ac:spMkLst>
            <pc:docMk/>
            <pc:sldMk cId="2931818476" sldId="1338"/>
            <ac:spMk id="87" creationId="{201CBF0E-AB03-8766-82CD-A02EB1205107}"/>
          </ac:spMkLst>
        </pc:spChg>
        <pc:spChg chg="del">
          <ac:chgData name="Evgeny Solovyev" userId="bcfa930f-b6be-4bbb-aeb8-5203be9dadaa" providerId="ADAL" clId="{48D02D74-94F9-4B51-B4D4-321A578620E9}" dt="2022-12-10T14:36:06.296" v="50" actId="478"/>
          <ac:spMkLst>
            <pc:docMk/>
            <pc:sldMk cId="2931818476" sldId="1338"/>
            <ac:spMk id="88" creationId="{2403E9B9-B5A5-A978-9F9E-DF14B66F93C2}"/>
          </ac:spMkLst>
        </pc:spChg>
        <pc:spChg chg="del">
          <ac:chgData name="Evgeny Solovyev" userId="bcfa930f-b6be-4bbb-aeb8-5203be9dadaa" providerId="ADAL" clId="{48D02D74-94F9-4B51-B4D4-321A578620E9}" dt="2022-12-10T14:35:58.623" v="43" actId="478"/>
          <ac:spMkLst>
            <pc:docMk/>
            <pc:sldMk cId="2931818476" sldId="1338"/>
            <ac:spMk id="89" creationId="{683558D3-407E-BEC8-AA7C-87BC32A9621B}"/>
          </ac:spMkLst>
        </pc:spChg>
        <pc:spChg chg="del">
          <ac:chgData name="Evgeny Solovyev" userId="bcfa930f-b6be-4bbb-aeb8-5203be9dadaa" providerId="ADAL" clId="{48D02D74-94F9-4B51-B4D4-321A578620E9}" dt="2022-12-10T14:36:03.810" v="47" actId="478"/>
          <ac:spMkLst>
            <pc:docMk/>
            <pc:sldMk cId="2931818476" sldId="1338"/>
            <ac:spMk id="90" creationId="{DEFF4AC4-0208-8B2E-EDC0-B1C472C06C4B}"/>
          </ac:spMkLst>
        </pc:spChg>
      </pc:sldChg>
      <pc:sldChg chg="modSp add mod modAnim">
        <pc:chgData name="Evgeny Solovyev" userId="bcfa930f-b6be-4bbb-aeb8-5203be9dadaa" providerId="ADAL" clId="{48D02D74-94F9-4B51-B4D4-321A578620E9}" dt="2022-12-17T11:51:39.262" v="10374"/>
        <pc:sldMkLst>
          <pc:docMk/>
          <pc:sldMk cId="1386922550" sldId="1339"/>
        </pc:sldMkLst>
        <pc:spChg chg="mod">
          <ac:chgData name="Evgeny Solovyev" userId="bcfa930f-b6be-4bbb-aeb8-5203be9dadaa" providerId="ADAL" clId="{48D02D74-94F9-4B51-B4D4-321A578620E9}" dt="2022-12-17T11:49:10.074" v="10312" actId="1076"/>
          <ac:spMkLst>
            <pc:docMk/>
            <pc:sldMk cId="1386922550" sldId="1339"/>
            <ac:spMk id="2" creationId="{E2632259-2B22-CB64-C118-A24914072E63}"/>
          </ac:spMkLst>
        </pc:spChg>
        <pc:spChg chg="mod">
          <ac:chgData name="Evgeny Solovyev" userId="bcfa930f-b6be-4bbb-aeb8-5203be9dadaa" providerId="ADAL" clId="{48D02D74-94F9-4B51-B4D4-321A578620E9}" dt="2022-12-17T11:49:16.599" v="10313" actId="1076"/>
          <ac:spMkLst>
            <pc:docMk/>
            <pc:sldMk cId="1386922550" sldId="1339"/>
            <ac:spMk id="3" creationId="{B10A0C75-6564-ADD6-BD9E-7C420DFAB89C}"/>
          </ac:spMkLst>
        </pc:spChg>
        <pc:spChg chg="mod">
          <ac:chgData name="Evgeny Solovyev" userId="bcfa930f-b6be-4bbb-aeb8-5203be9dadaa" providerId="ADAL" clId="{48D02D74-94F9-4B51-B4D4-321A578620E9}" dt="2022-12-17T11:48:00.911" v="10271" actId="122"/>
          <ac:spMkLst>
            <pc:docMk/>
            <pc:sldMk cId="1386922550" sldId="1339"/>
            <ac:spMk id="4" creationId="{45F7D420-2E18-D338-A482-9FB98833C23F}"/>
          </ac:spMkLst>
        </pc:spChg>
        <pc:spChg chg="mod">
          <ac:chgData name="Evgeny Solovyev" userId="bcfa930f-b6be-4bbb-aeb8-5203be9dadaa" providerId="ADAL" clId="{48D02D74-94F9-4B51-B4D4-321A578620E9}" dt="2022-12-17T11:46:22.204" v="10218" actId="404"/>
          <ac:spMkLst>
            <pc:docMk/>
            <pc:sldMk cId="1386922550" sldId="1339"/>
            <ac:spMk id="5" creationId="{65349EAC-B3B0-D344-4CAE-4874AAC2FBDA}"/>
          </ac:spMkLst>
        </pc:spChg>
        <pc:spChg chg="mod">
          <ac:chgData name="Evgeny Solovyev" userId="bcfa930f-b6be-4bbb-aeb8-5203be9dadaa" providerId="ADAL" clId="{48D02D74-94F9-4B51-B4D4-321A578620E9}" dt="2022-12-17T11:46:57.573" v="10224" actId="404"/>
          <ac:spMkLst>
            <pc:docMk/>
            <pc:sldMk cId="1386922550" sldId="1339"/>
            <ac:spMk id="6" creationId="{DBC2B877-22C9-068C-F5D9-DC35D4AF9EB1}"/>
          </ac:spMkLst>
        </pc:spChg>
        <pc:spChg chg="mod">
          <ac:chgData name="Evgeny Solovyev" userId="bcfa930f-b6be-4bbb-aeb8-5203be9dadaa" providerId="ADAL" clId="{48D02D74-94F9-4B51-B4D4-321A578620E9}" dt="2022-12-17T11:46:18.867" v="10217" actId="404"/>
          <ac:spMkLst>
            <pc:docMk/>
            <pc:sldMk cId="1386922550" sldId="1339"/>
            <ac:spMk id="7" creationId="{8E56643C-1B4A-AA89-363A-D2C464C4715D}"/>
          </ac:spMkLst>
        </pc:spChg>
        <pc:spChg chg="mod">
          <ac:chgData name="Evgeny Solovyev" userId="bcfa930f-b6be-4bbb-aeb8-5203be9dadaa" providerId="ADAL" clId="{48D02D74-94F9-4B51-B4D4-321A578620E9}" dt="2022-12-17T11:49:43.836" v="10330" actId="404"/>
          <ac:spMkLst>
            <pc:docMk/>
            <pc:sldMk cId="1386922550" sldId="1339"/>
            <ac:spMk id="10" creationId="{455AD7A7-B359-3461-27DD-0518BB913E1E}"/>
          </ac:spMkLst>
        </pc:spChg>
        <pc:spChg chg="mod">
          <ac:chgData name="Evgeny Solovyev" userId="bcfa930f-b6be-4bbb-aeb8-5203be9dadaa" providerId="ADAL" clId="{48D02D74-94F9-4B51-B4D4-321A578620E9}" dt="2022-12-17T11:50:20.554" v="10365" actId="404"/>
          <ac:spMkLst>
            <pc:docMk/>
            <pc:sldMk cId="1386922550" sldId="1339"/>
            <ac:spMk id="11" creationId="{A6146C4E-9301-5F71-3750-C9EE2CC0DBE5}"/>
          </ac:spMkLst>
        </pc:spChg>
        <pc:spChg chg="mod">
          <ac:chgData name="Evgeny Solovyev" userId="bcfa930f-b6be-4bbb-aeb8-5203be9dadaa" providerId="ADAL" clId="{48D02D74-94F9-4B51-B4D4-321A578620E9}" dt="2022-12-17T11:43:57.065" v="10160" actId="404"/>
          <ac:spMkLst>
            <pc:docMk/>
            <pc:sldMk cId="1386922550" sldId="1339"/>
            <ac:spMk id="12" creationId="{BF29B539-6E38-E540-FB16-33128ECF749A}"/>
          </ac:spMkLst>
        </pc:spChg>
        <pc:spChg chg="mod">
          <ac:chgData name="Evgeny Solovyev" userId="bcfa930f-b6be-4bbb-aeb8-5203be9dadaa" providerId="ADAL" clId="{48D02D74-94F9-4B51-B4D4-321A578620E9}" dt="2022-12-17T11:50:23.336" v="10366" actId="404"/>
          <ac:spMkLst>
            <pc:docMk/>
            <pc:sldMk cId="1386922550" sldId="1339"/>
            <ac:spMk id="13" creationId="{53ACFD89-0B3E-A1F3-96ED-545562EC853C}"/>
          </ac:spMkLst>
        </pc:spChg>
        <pc:spChg chg="mod">
          <ac:chgData name="Evgeny Solovyev" userId="bcfa930f-b6be-4bbb-aeb8-5203be9dadaa" providerId="ADAL" clId="{48D02D74-94F9-4B51-B4D4-321A578620E9}" dt="2022-12-17T11:46:36.328" v="10222" actId="122"/>
          <ac:spMkLst>
            <pc:docMk/>
            <pc:sldMk cId="1386922550" sldId="1339"/>
            <ac:spMk id="20" creationId="{A90B467B-64BB-DDCC-3D4F-6A2D38AE3720}"/>
          </ac:spMkLst>
        </pc:spChg>
        <pc:spChg chg="mod">
          <ac:chgData name="Evgeny Solovyev" userId="bcfa930f-b6be-4bbb-aeb8-5203be9dadaa" providerId="ADAL" clId="{48D02D74-94F9-4B51-B4D4-321A578620E9}" dt="2022-12-17T11:47:49.676" v="10267" actId="14100"/>
          <ac:spMkLst>
            <pc:docMk/>
            <pc:sldMk cId="1386922550" sldId="1339"/>
            <ac:spMk id="21" creationId="{8564F86A-CF79-3205-DE0D-58D53E046489}"/>
          </ac:spMkLst>
        </pc:spChg>
        <pc:spChg chg="mod">
          <ac:chgData name="Evgeny Solovyev" userId="bcfa930f-b6be-4bbb-aeb8-5203be9dadaa" providerId="ADAL" clId="{48D02D74-94F9-4B51-B4D4-321A578620E9}" dt="2022-12-17T11:46:46.352" v="10223" actId="1076"/>
          <ac:spMkLst>
            <pc:docMk/>
            <pc:sldMk cId="1386922550" sldId="1339"/>
            <ac:spMk id="24" creationId="{4CC63CF2-9398-6204-0AD0-BD127B1D8719}"/>
          </ac:spMkLst>
        </pc:spChg>
        <pc:picChg chg="mod">
          <ac:chgData name="Evgeny Solovyev" userId="bcfa930f-b6be-4bbb-aeb8-5203be9dadaa" providerId="ADAL" clId="{48D02D74-94F9-4B51-B4D4-321A578620E9}" dt="2022-12-17T11:49:04.241" v="10311" actId="1076"/>
          <ac:picMkLst>
            <pc:docMk/>
            <pc:sldMk cId="1386922550" sldId="1339"/>
            <ac:picMk id="14" creationId="{E7ADA9B3-9284-2277-120F-74E867DBDB7D}"/>
          </ac:picMkLst>
        </pc:picChg>
        <pc:picChg chg="mod">
          <ac:chgData name="Evgeny Solovyev" userId="bcfa930f-b6be-4bbb-aeb8-5203be9dadaa" providerId="ADAL" clId="{48D02D74-94F9-4B51-B4D4-321A578620E9}" dt="2022-12-17T11:50:32.304" v="10367" actId="14100"/>
          <ac:picMkLst>
            <pc:docMk/>
            <pc:sldMk cId="1386922550" sldId="1339"/>
            <ac:picMk id="1026" creationId="{D82A9EB8-CACE-2C86-EC8C-8E0BC2A65F27}"/>
          </ac:picMkLst>
        </pc:picChg>
      </pc:sldChg>
      <pc:sldChg chg="modSp add mod ord">
        <pc:chgData name="Evgeny Solovyev" userId="bcfa930f-b6be-4bbb-aeb8-5203be9dadaa" providerId="ADAL" clId="{48D02D74-94F9-4B51-B4D4-321A578620E9}" dt="2022-12-21T09:56:22.747" v="14355" actId="20577"/>
        <pc:sldMkLst>
          <pc:docMk/>
          <pc:sldMk cId="625315968" sldId="1340"/>
        </pc:sldMkLst>
        <pc:spChg chg="mod">
          <ac:chgData name="Evgeny Solovyev" userId="bcfa930f-b6be-4bbb-aeb8-5203be9dadaa" providerId="ADAL" clId="{48D02D74-94F9-4B51-B4D4-321A578620E9}" dt="2022-12-21T09:56:22.747" v="14355" actId="20577"/>
          <ac:spMkLst>
            <pc:docMk/>
            <pc:sldMk cId="625315968" sldId="1340"/>
            <ac:spMk id="2" creationId="{879EEDF7-A4D6-61A7-BDCB-190CBAA9370A}"/>
          </ac:spMkLst>
        </pc:spChg>
      </pc:sldChg>
      <pc:sldChg chg="modSp add mod">
        <pc:chgData name="Evgeny Solovyev" userId="bcfa930f-b6be-4bbb-aeb8-5203be9dadaa" providerId="ADAL" clId="{48D02D74-94F9-4B51-B4D4-321A578620E9}" dt="2022-12-21T11:09:09.730" v="14445" actId="1076"/>
        <pc:sldMkLst>
          <pc:docMk/>
          <pc:sldMk cId="533722226" sldId="1341"/>
        </pc:sldMkLst>
        <pc:spChg chg="mod">
          <ac:chgData name="Evgeny Solovyev" userId="bcfa930f-b6be-4bbb-aeb8-5203be9dadaa" providerId="ADAL" clId="{48D02D74-94F9-4B51-B4D4-321A578620E9}" dt="2022-12-21T11:09:09.730" v="14445" actId="1076"/>
          <ac:spMkLst>
            <pc:docMk/>
            <pc:sldMk cId="533722226" sldId="1341"/>
            <ac:spMk id="2" creationId="{2669407B-93C5-E6F9-8C99-A4D7588C1386}"/>
          </ac:spMkLst>
        </pc:spChg>
      </pc:sldChg>
      <pc:sldMasterChg chg="del delSldLayout">
        <pc:chgData name="Evgeny Solovyev" userId="bcfa930f-b6be-4bbb-aeb8-5203be9dadaa" providerId="ADAL" clId="{48D02D74-94F9-4B51-B4D4-321A578620E9}" dt="2022-12-21T05:26:27.044" v="14333" actId="2696"/>
        <pc:sldMasterMkLst>
          <pc:docMk/>
          <pc:sldMasterMk cId="3433378715" sldId="2147483660"/>
        </pc:sldMasterMkLst>
        <pc:sldLayoutChg chg="del">
          <pc:chgData name="Evgeny Solovyev" userId="bcfa930f-b6be-4bbb-aeb8-5203be9dadaa" providerId="ADAL" clId="{48D02D74-94F9-4B51-B4D4-321A578620E9}" dt="2022-12-21T05:26:27.044" v="14333" actId="2696"/>
          <pc:sldLayoutMkLst>
            <pc:docMk/>
            <pc:sldMasterMk cId="3433378715" sldId="2147483660"/>
            <pc:sldLayoutMk cId="3431248868" sldId="2147483661"/>
          </pc:sldLayoutMkLst>
        </pc:sldLayoutChg>
        <pc:sldLayoutChg chg="del">
          <pc:chgData name="Evgeny Solovyev" userId="bcfa930f-b6be-4bbb-aeb8-5203be9dadaa" providerId="ADAL" clId="{48D02D74-94F9-4B51-B4D4-321A578620E9}" dt="2022-12-21T05:26:27.044" v="14333" actId="2696"/>
          <pc:sldLayoutMkLst>
            <pc:docMk/>
            <pc:sldMasterMk cId="3433378715" sldId="2147483660"/>
            <pc:sldLayoutMk cId="3435780163" sldId="2147483662"/>
          </pc:sldLayoutMkLst>
        </pc:sldLayoutChg>
        <pc:sldLayoutChg chg="del">
          <pc:chgData name="Evgeny Solovyev" userId="bcfa930f-b6be-4bbb-aeb8-5203be9dadaa" providerId="ADAL" clId="{48D02D74-94F9-4B51-B4D4-321A578620E9}" dt="2022-12-21T05:26:27.044" v="14333" actId="2696"/>
          <pc:sldLayoutMkLst>
            <pc:docMk/>
            <pc:sldMasterMk cId="3433378715" sldId="2147483660"/>
            <pc:sldLayoutMk cId="4247654914" sldId="2147483663"/>
          </pc:sldLayoutMkLst>
        </pc:sldLayoutChg>
        <pc:sldLayoutChg chg="del">
          <pc:chgData name="Evgeny Solovyev" userId="bcfa930f-b6be-4bbb-aeb8-5203be9dadaa" providerId="ADAL" clId="{48D02D74-94F9-4B51-B4D4-321A578620E9}" dt="2022-12-21T05:26:27.044" v="14333" actId="2696"/>
          <pc:sldLayoutMkLst>
            <pc:docMk/>
            <pc:sldMasterMk cId="3433378715" sldId="2147483660"/>
            <pc:sldLayoutMk cId="2553433325" sldId="2147483664"/>
          </pc:sldLayoutMkLst>
        </pc:sldLayoutChg>
        <pc:sldLayoutChg chg="del">
          <pc:chgData name="Evgeny Solovyev" userId="bcfa930f-b6be-4bbb-aeb8-5203be9dadaa" providerId="ADAL" clId="{48D02D74-94F9-4B51-B4D4-321A578620E9}" dt="2022-12-21T05:26:27.044" v="14333" actId="2696"/>
          <pc:sldLayoutMkLst>
            <pc:docMk/>
            <pc:sldMasterMk cId="3433378715" sldId="2147483660"/>
            <pc:sldLayoutMk cId="737404429" sldId="2147483665"/>
          </pc:sldLayoutMkLst>
        </pc:sldLayoutChg>
        <pc:sldLayoutChg chg="del">
          <pc:chgData name="Evgeny Solovyev" userId="bcfa930f-b6be-4bbb-aeb8-5203be9dadaa" providerId="ADAL" clId="{48D02D74-94F9-4B51-B4D4-321A578620E9}" dt="2022-12-21T05:26:27.044" v="14333" actId="2696"/>
          <pc:sldLayoutMkLst>
            <pc:docMk/>
            <pc:sldMasterMk cId="3433378715" sldId="2147483660"/>
            <pc:sldLayoutMk cId="976524666" sldId="2147483666"/>
          </pc:sldLayoutMkLst>
        </pc:sldLayoutChg>
        <pc:sldLayoutChg chg="del">
          <pc:chgData name="Evgeny Solovyev" userId="bcfa930f-b6be-4bbb-aeb8-5203be9dadaa" providerId="ADAL" clId="{48D02D74-94F9-4B51-B4D4-321A578620E9}" dt="2022-12-21T05:26:27.044" v="14333" actId="2696"/>
          <pc:sldLayoutMkLst>
            <pc:docMk/>
            <pc:sldMasterMk cId="3433378715" sldId="2147483660"/>
            <pc:sldLayoutMk cId="2131732487" sldId="2147483667"/>
          </pc:sldLayoutMkLst>
        </pc:sldLayoutChg>
        <pc:sldLayoutChg chg="del">
          <pc:chgData name="Evgeny Solovyev" userId="bcfa930f-b6be-4bbb-aeb8-5203be9dadaa" providerId="ADAL" clId="{48D02D74-94F9-4B51-B4D4-321A578620E9}" dt="2022-12-21T05:26:27.044" v="14333" actId="2696"/>
          <pc:sldLayoutMkLst>
            <pc:docMk/>
            <pc:sldMasterMk cId="3433378715" sldId="2147483660"/>
            <pc:sldLayoutMk cId="1314147171" sldId="2147483668"/>
          </pc:sldLayoutMkLst>
        </pc:sldLayoutChg>
        <pc:sldLayoutChg chg="del">
          <pc:chgData name="Evgeny Solovyev" userId="bcfa930f-b6be-4bbb-aeb8-5203be9dadaa" providerId="ADAL" clId="{48D02D74-94F9-4B51-B4D4-321A578620E9}" dt="2022-12-21T05:26:27.044" v="14333" actId="2696"/>
          <pc:sldLayoutMkLst>
            <pc:docMk/>
            <pc:sldMasterMk cId="3433378715" sldId="2147483660"/>
            <pc:sldLayoutMk cId="2023803789" sldId="2147483669"/>
          </pc:sldLayoutMkLst>
        </pc:sldLayoutChg>
        <pc:sldLayoutChg chg="del">
          <pc:chgData name="Evgeny Solovyev" userId="bcfa930f-b6be-4bbb-aeb8-5203be9dadaa" providerId="ADAL" clId="{48D02D74-94F9-4B51-B4D4-321A578620E9}" dt="2022-12-21T05:26:27.044" v="14333" actId="2696"/>
          <pc:sldLayoutMkLst>
            <pc:docMk/>
            <pc:sldMasterMk cId="3433378715" sldId="2147483660"/>
            <pc:sldLayoutMk cId="1334399587" sldId="2147483670"/>
          </pc:sldLayoutMkLst>
        </pc:sldLayoutChg>
        <pc:sldLayoutChg chg="del">
          <pc:chgData name="Evgeny Solovyev" userId="bcfa930f-b6be-4bbb-aeb8-5203be9dadaa" providerId="ADAL" clId="{48D02D74-94F9-4B51-B4D4-321A578620E9}" dt="2022-12-21T05:26:27.044" v="14333" actId="2696"/>
          <pc:sldLayoutMkLst>
            <pc:docMk/>
            <pc:sldMasterMk cId="3433378715" sldId="2147483660"/>
            <pc:sldLayoutMk cId="2337803915" sldId="2147483671"/>
          </pc:sldLayoutMkLst>
        </pc:sldLayoutChg>
      </pc:sldMasterChg>
    </pc:docChg>
  </pc:docChgLst>
  <pc:docChgLst>
    <pc:chgData name="Evgeny Solovyev" userId="bcfa930f-b6be-4bbb-aeb8-5203be9dadaa" providerId="ADAL" clId="{8B002C39-BBD7-4E01-828C-8E641B618B2B}"/>
    <pc:docChg chg="undo custSel modSld">
      <pc:chgData name="Evgeny Solovyev" userId="bcfa930f-b6be-4bbb-aeb8-5203be9dadaa" providerId="ADAL" clId="{8B002C39-BBD7-4E01-828C-8E641B618B2B}" dt="2023-03-02T12:27:03.288" v="1" actId="1076"/>
      <pc:docMkLst>
        <pc:docMk/>
      </pc:docMkLst>
      <pc:sldChg chg="modSp mod">
        <pc:chgData name="Evgeny Solovyev" userId="bcfa930f-b6be-4bbb-aeb8-5203be9dadaa" providerId="ADAL" clId="{8B002C39-BBD7-4E01-828C-8E641B618B2B}" dt="2023-03-02T12:27:03.288" v="1" actId="1076"/>
        <pc:sldMkLst>
          <pc:docMk/>
          <pc:sldMk cId="4262771449" sldId="1304"/>
        </pc:sldMkLst>
        <pc:picChg chg="mod">
          <ac:chgData name="Evgeny Solovyev" userId="bcfa930f-b6be-4bbb-aeb8-5203be9dadaa" providerId="ADAL" clId="{8B002C39-BBD7-4E01-828C-8E641B618B2B}" dt="2023-03-02T12:27:03.288" v="1" actId="1076"/>
          <ac:picMkLst>
            <pc:docMk/>
            <pc:sldMk cId="4262771449" sldId="1304"/>
            <ac:picMk id="9" creationId="{4FED8594-7349-7AC4-DB2D-5DBA4B4AABA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5A51-DF29-4EF3-A9CD-AA61BD37B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5844F-1800-483D-AFCE-46220540B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D9F3B-2A4A-4A85-A352-13698537A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E8945-F513-40EC-90D3-AF8D228A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9FB3D-F546-41D5-AE47-BD32EDE9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60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AE79-0B5C-43D8-8D13-FCBAD7EE5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B6376-D7D1-46BD-8FC6-AC7EC7CC6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45CD0-AED9-4904-B047-86354825F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7F97E-587E-4DD5-8885-D907560B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1C9B7-F36B-4A43-B486-672C30F6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14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B5ED-0E08-4E85-B5B7-F994A84A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9CB8C-2BA6-4706-9872-C1302211C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62064-B81B-495D-A0A2-4433675C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1BE27-4BF8-4E98-8A97-0EBC7759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D18A0-0678-4FFB-B651-8CB2BED0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7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77261-1132-475B-972D-E443266B2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8D924-E367-4E9D-98F8-90D9C4751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4C1CC-1AC9-48EB-B535-F77C5E797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425BD-81D4-45F1-BE6A-A5193AF6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D90DD-DE02-4622-8476-C3C0E9F5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167DE-9339-4058-BC38-04A45EA62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81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2A9DE-0FFB-4AA0-B411-326C20DC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17235-C82E-41F3-90C4-8F1667BA4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A19F6-B920-4907-98A9-E7393DE73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76E5C-A108-4EDA-9668-C2818D97B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0D6074-E1E5-4C5C-90F3-3DE2B434A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5223F0-6CAC-412F-B9B6-92470D7C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3A93D-3EEC-4484-847C-BF67DCEB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320055-5BC6-48E0-AD78-6D40F53EB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4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8BB2D-3A32-4C02-9D74-EAFAC9CA4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C4C69-A1F1-473A-B67C-59AA85E26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69E1A-9A81-46FD-96D2-0FC425E4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B3440-9AAD-4B08-8821-2D17493A7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38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089E50-75DD-46E1-A75A-E0AAC919D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5CB5E-FD24-4AFA-877F-A33CC739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FDABC-F102-431A-9200-43DEBFFDE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199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7CE7-2EF8-4CE3-A1F9-475F5B4D0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9E101-1F1E-4624-982B-75586D13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D7370-7865-4ED2-BF4F-0969CE21C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03EF8-485C-4BCA-BFD2-6E41A3D63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A3DB7-2BAD-4CCD-B89E-5A6F49AB8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CD739-A185-49D0-B674-0FA5FB42F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900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07E6-2061-4E16-9A59-D55336622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7CF4B-D72C-4F20-8EDB-3666A31BB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7FE22-0856-4332-909D-0DEED340C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970A4-2E2A-42ED-97CD-DD5573BAA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3D936-1AE2-4D95-BDD8-3E3D0039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E882D-E663-4809-B50B-58836682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88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2D41-EAA8-4212-8BDE-0BD22780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BDA04-56A9-47CE-BAFB-28060EECD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7EAB9-D36F-4524-8044-E4D8F9BC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30CFD-91B1-455A-AE64-67D81B82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D8CAA-E7FF-4535-81CA-96652D2A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46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D5571-BE29-4D0A-81C9-C32DDB1FF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48900-4A28-41AC-9157-F644ED9D6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CF049-6C9D-4E8B-B091-A9C52ADD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4DC02-858E-4F2A-948E-076BEC8CC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342C-437F-4686-9EA5-877C32692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057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2263FB-BC10-494D-AC9C-04E01B59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E7AE4-989B-41BE-B5BF-D74462F21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CB144-78B0-4E3E-AB85-FB538D8EB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D7FA8-0B27-4CE5-B69C-A74A8B2A01D2}" type="datetimeFigureOut">
              <a:rPr lang="en-US" smtClean="0"/>
              <a:t>6/14/2025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89545-1CEB-497A-845F-DBF9162F9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2D9C-B5BE-44FD-BC5E-DCD94835A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F2410-9A1D-4C8C-8493-7E26231AE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13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jpe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B29B312-EAFB-4F86-BC1E-FF3F760396C3}"/>
              </a:ext>
            </a:extLst>
          </p:cNvPr>
          <p:cNvSpPr/>
          <p:nvPr/>
        </p:nvSpPr>
        <p:spPr>
          <a:xfrm>
            <a:off x="-654050" y="2565400"/>
            <a:ext cx="13500100" cy="28321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scene3d>
            <a:camera prst="orthographicFront">
              <a:rot lat="17688833" lon="2284593" rev="19474968"/>
            </a:camera>
            <a:lightRig rig="threePt" dir="t"/>
          </a:scene3d>
          <a:sp3d extrusionH="88900">
            <a:extrusionClr>
              <a:schemeClr val="bg2">
                <a:lumMod val="1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ircle: Hollow 7">
            <a:extLst>
              <a:ext uri="{FF2B5EF4-FFF2-40B4-BE49-F238E27FC236}">
                <a16:creationId xmlns:a16="http://schemas.microsoft.com/office/drawing/2014/main" id="{370323C5-455E-4550-959E-919F6BE4A6FA}"/>
              </a:ext>
            </a:extLst>
          </p:cNvPr>
          <p:cNvSpPr/>
          <p:nvPr/>
        </p:nvSpPr>
        <p:spPr>
          <a:xfrm>
            <a:off x="183733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25ECFCA0-12AA-4448-99F8-642CD4A139F7}"/>
              </a:ext>
            </a:extLst>
          </p:cNvPr>
          <p:cNvSpPr/>
          <p:nvPr/>
        </p:nvSpPr>
        <p:spPr>
          <a:xfrm>
            <a:off x="272392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3FC830B1-7EB5-487F-B7B9-A82E4537DA40}"/>
              </a:ext>
            </a:extLst>
          </p:cNvPr>
          <p:cNvSpPr/>
          <p:nvPr/>
        </p:nvSpPr>
        <p:spPr>
          <a:xfrm>
            <a:off x="361051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ircle: Hollow 11">
            <a:extLst>
              <a:ext uri="{FF2B5EF4-FFF2-40B4-BE49-F238E27FC236}">
                <a16:creationId xmlns:a16="http://schemas.microsoft.com/office/drawing/2014/main" id="{C1E26B7A-AAD5-4FB2-9812-FA114B98737A}"/>
              </a:ext>
            </a:extLst>
          </p:cNvPr>
          <p:cNvSpPr/>
          <p:nvPr/>
        </p:nvSpPr>
        <p:spPr>
          <a:xfrm>
            <a:off x="449710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ircle: Hollow 12">
            <a:extLst>
              <a:ext uri="{FF2B5EF4-FFF2-40B4-BE49-F238E27FC236}">
                <a16:creationId xmlns:a16="http://schemas.microsoft.com/office/drawing/2014/main" id="{808B46DE-F8B0-4081-BBF3-C70E49745725}"/>
              </a:ext>
            </a:extLst>
          </p:cNvPr>
          <p:cNvSpPr/>
          <p:nvPr/>
        </p:nvSpPr>
        <p:spPr>
          <a:xfrm>
            <a:off x="538369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ircle: Hollow 13">
            <a:extLst>
              <a:ext uri="{FF2B5EF4-FFF2-40B4-BE49-F238E27FC236}">
                <a16:creationId xmlns:a16="http://schemas.microsoft.com/office/drawing/2014/main" id="{80F3C5D5-5CDE-4D6C-95C1-9BBA96A95E10}"/>
              </a:ext>
            </a:extLst>
          </p:cNvPr>
          <p:cNvSpPr/>
          <p:nvPr/>
        </p:nvSpPr>
        <p:spPr>
          <a:xfrm>
            <a:off x="627028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ircle: Hollow 14">
            <a:extLst>
              <a:ext uri="{FF2B5EF4-FFF2-40B4-BE49-F238E27FC236}">
                <a16:creationId xmlns:a16="http://schemas.microsoft.com/office/drawing/2014/main" id="{C63655BA-AD98-4A00-827E-6552368B7387}"/>
              </a:ext>
            </a:extLst>
          </p:cNvPr>
          <p:cNvSpPr/>
          <p:nvPr/>
        </p:nvSpPr>
        <p:spPr>
          <a:xfrm>
            <a:off x="715687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ircle: Hollow 15">
            <a:extLst>
              <a:ext uri="{FF2B5EF4-FFF2-40B4-BE49-F238E27FC236}">
                <a16:creationId xmlns:a16="http://schemas.microsoft.com/office/drawing/2014/main" id="{D7AFA848-4866-44D6-9952-EF140A4C84A3}"/>
              </a:ext>
            </a:extLst>
          </p:cNvPr>
          <p:cNvSpPr/>
          <p:nvPr/>
        </p:nvSpPr>
        <p:spPr>
          <a:xfrm>
            <a:off x="804346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81BBB78B-E6A6-4381-8B52-8304BDECF1F5}"/>
              </a:ext>
            </a:extLst>
          </p:cNvPr>
          <p:cNvSpPr/>
          <p:nvPr/>
        </p:nvSpPr>
        <p:spPr>
          <a:xfrm>
            <a:off x="893005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ircle: Hollow 17">
            <a:extLst>
              <a:ext uri="{FF2B5EF4-FFF2-40B4-BE49-F238E27FC236}">
                <a16:creationId xmlns:a16="http://schemas.microsoft.com/office/drawing/2014/main" id="{1B25C3C8-1689-4E85-BA52-138A9E754CD6}"/>
              </a:ext>
            </a:extLst>
          </p:cNvPr>
          <p:cNvSpPr/>
          <p:nvPr/>
        </p:nvSpPr>
        <p:spPr>
          <a:xfrm>
            <a:off x="981664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ircle: Hollow 18">
            <a:extLst>
              <a:ext uri="{FF2B5EF4-FFF2-40B4-BE49-F238E27FC236}">
                <a16:creationId xmlns:a16="http://schemas.microsoft.com/office/drawing/2014/main" id="{02DCD424-0701-4E07-8D21-BBC09E426DA4}"/>
              </a:ext>
            </a:extLst>
          </p:cNvPr>
          <p:cNvSpPr/>
          <p:nvPr/>
        </p:nvSpPr>
        <p:spPr>
          <a:xfrm>
            <a:off x="1070323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ircle: Hollow 19">
            <a:extLst>
              <a:ext uri="{FF2B5EF4-FFF2-40B4-BE49-F238E27FC236}">
                <a16:creationId xmlns:a16="http://schemas.microsoft.com/office/drawing/2014/main" id="{3DAAA7DA-F7D4-47B1-AF19-B8079F363B64}"/>
              </a:ext>
            </a:extLst>
          </p:cNvPr>
          <p:cNvSpPr/>
          <p:nvPr/>
        </p:nvSpPr>
        <p:spPr>
          <a:xfrm>
            <a:off x="11589823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Circle: Hollow 20">
            <a:extLst>
              <a:ext uri="{FF2B5EF4-FFF2-40B4-BE49-F238E27FC236}">
                <a16:creationId xmlns:a16="http://schemas.microsoft.com/office/drawing/2014/main" id="{15D89D84-B1B7-4991-8F95-390C420ECCC3}"/>
              </a:ext>
            </a:extLst>
          </p:cNvPr>
          <p:cNvSpPr/>
          <p:nvPr/>
        </p:nvSpPr>
        <p:spPr>
          <a:xfrm>
            <a:off x="95074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E66D5F30-5B35-48A1-B0F0-BA6245C4E343}"/>
              </a:ext>
            </a:extLst>
          </p:cNvPr>
          <p:cNvSpPr/>
          <p:nvPr/>
        </p:nvSpPr>
        <p:spPr>
          <a:xfrm>
            <a:off x="64154" y="4178301"/>
            <a:ext cx="342573" cy="301336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  <a:scene3d>
            <a:camera prst="orthographicFront">
              <a:rot lat="1626495" lon="564491" rev="20952690"/>
            </a:camera>
            <a:lightRig rig="threePt" dir="t"/>
          </a:scene3d>
          <a:sp3d extrusionH="1727200">
            <a:extrusionClr>
              <a:schemeClr val="tx1">
                <a:lumMod val="85000"/>
                <a:lumOff val="1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6ACD6-4314-4363-8181-08820B728032}"/>
              </a:ext>
            </a:extLst>
          </p:cNvPr>
          <p:cNvSpPr/>
          <p:nvPr/>
        </p:nvSpPr>
        <p:spPr>
          <a:xfrm>
            <a:off x="-635000" y="2146300"/>
            <a:ext cx="13500100" cy="28321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scene3d>
            <a:camera prst="orthographicFront">
              <a:rot lat="17688833" lon="2284593" rev="19474968"/>
            </a:camera>
            <a:lightRig rig="threePt" dir="t"/>
          </a:scene3d>
          <a:sp3d extrusionH="88900">
            <a:extrusionClr>
              <a:schemeClr val="bg2">
                <a:lumMod val="1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DD5CF0-4151-4043-AD0C-570F2BDDCE6C}"/>
              </a:ext>
            </a:extLst>
          </p:cNvPr>
          <p:cNvSpPr/>
          <p:nvPr/>
        </p:nvSpPr>
        <p:spPr>
          <a:xfrm>
            <a:off x="2965827" y="2006600"/>
            <a:ext cx="1985818" cy="1422400"/>
          </a:xfrm>
          <a:prstGeom prst="rect">
            <a:avLst/>
          </a:prstGeom>
          <a:scene3d>
            <a:camera prst="orthographicFront">
              <a:rot lat="17688833" lon="2284593" rev="19474968"/>
            </a:camera>
            <a:lightRig rig="threePt" dir="t"/>
          </a:scene3d>
          <a:sp3d extrusionH="844550">
            <a:extrusionClr>
              <a:schemeClr val="accent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8919F9-2D1E-48A5-9D2F-4E17C1D3ADE0}"/>
              </a:ext>
            </a:extLst>
          </p:cNvPr>
          <p:cNvSpPr/>
          <p:nvPr/>
        </p:nvSpPr>
        <p:spPr>
          <a:xfrm>
            <a:off x="6386720" y="2006600"/>
            <a:ext cx="1985818" cy="1422400"/>
          </a:xfrm>
          <a:prstGeom prst="rect">
            <a:avLst/>
          </a:prstGeom>
          <a:scene3d>
            <a:camera prst="orthographicFront">
              <a:rot lat="17688833" lon="2284593" rev="19474968"/>
            </a:camera>
            <a:lightRig rig="threePt" dir="t"/>
          </a:scene3d>
          <a:sp3d extrusionH="844550">
            <a:extrusionClr>
              <a:schemeClr val="accent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F79BE0-465E-4038-AC71-8B603D72B08D}"/>
              </a:ext>
            </a:extLst>
          </p:cNvPr>
          <p:cNvSpPr/>
          <p:nvPr/>
        </p:nvSpPr>
        <p:spPr>
          <a:xfrm>
            <a:off x="9807613" y="2006600"/>
            <a:ext cx="1985818" cy="1422400"/>
          </a:xfrm>
          <a:prstGeom prst="rect">
            <a:avLst/>
          </a:prstGeom>
          <a:scene3d>
            <a:camera prst="orthographicFront">
              <a:rot lat="17688833" lon="2284593" rev="19474968"/>
            </a:camera>
            <a:lightRig rig="threePt" dir="t"/>
          </a:scene3d>
          <a:sp3d extrusionH="844550">
            <a:extrusionClr>
              <a:schemeClr val="accent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7475B6-AA30-4BE9-AA34-2FF02597EAE3}"/>
              </a:ext>
            </a:extLst>
          </p:cNvPr>
          <p:cNvSpPr/>
          <p:nvPr/>
        </p:nvSpPr>
        <p:spPr>
          <a:xfrm>
            <a:off x="-455066" y="2006600"/>
            <a:ext cx="1985818" cy="1422400"/>
          </a:xfrm>
          <a:prstGeom prst="rect">
            <a:avLst/>
          </a:prstGeom>
          <a:scene3d>
            <a:camera prst="orthographicFront">
              <a:rot lat="17688833" lon="2284593" rev="19474968"/>
            </a:camera>
            <a:lightRig rig="threePt" dir="t"/>
          </a:scene3d>
          <a:sp3d extrusionH="844550">
            <a:extrusionClr>
              <a:schemeClr val="accent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FE19E7-D9F8-42C7-8783-A47886980027}"/>
              </a:ext>
            </a:extLst>
          </p:cNvPr>
          <p:cNvSpPr/>
          <p:nvPr/>
        </p:nvSpPr>
        <p:spPr>
          <a:xfrm>
            <a:off x="-3875959" y="2006600"/>
            <a:ext cx="1985818" cy="1422400"/>
          </a:xfrm>
          <a:prstGeom prst="rect">
            <a:avLst/>
          </a:prstGeom>
          <a:scene3d>
            <a:camera prst="orthographicFront">
              <a:rot lat="17688833" lon="2284593" rev="19474968"/>
            </a:camera>
            <a:lightRig rig="threePt" dir="t"/>
          </a:scene3d>
          <a:sp3d extrusionH="844550">
            <a:extrusionClr>
              <a:schemeClr val="accent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8D59B3-07B4-4B1D-9C1B-BC9B6CF26A6C}"/>
              </a:ext>
            </a:extLst>
          </p:cNvPr>
          <p:cNvSpPr/>
          <p:nvPr/>
        </p:nvSpPr>
        <p:spPr>
          <a:xfrm>
            <a:off x="3540305" y="3143250"/>
            <a:ext cx="482990" cy="88899"/>
          </a:xfrm>
          <a:prstGeom prst="rect">
            <a:avLst/>
          </a:prstGeom>
          <a:solidFill>
            <a:schemeClr val="accent2">
              <a:lumMod val="75000"/>
            </a:schemeClr>
          </a:solidFill>
          <a:scene3d>
            <a:camera prst="orthographicFront">
              <a:rot lat="17688833" lon="2284593" rev="19474968"/>
            </a:camera>
            <a:lightRig rig="threePt" dir="t"/>
          </a:scene3d>
          <a:sp3d extrusionH="330200">
            <a:extrusionClr>
              <a:schemeClr val="accent2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80792F-39B7-4520-AF9C-E1DE09832E15}"/>
              </a:ext>
            </a:extLst>
          </p:cNvPr>
          <p:cNvSpPr/>
          <p:nvPr/>
        </p:nvSpPr>
        <p:spPr>
          <a:xfrm>
            <a:off x="10448404" y="3143250"/>
            <a:ext cx="482990" cy="88899"/>
          </a:xfrm>
          <a:prstGeom prst="rect">
            <a:avLst/>
          </a:prstGeom>
          <a:solidFill>
            <a:schemeClr val="accent2">
              <a:lumMod val="75000"/>
            </a:schemeClr>
          </a:solidFill>
          <a:scene3d>
            <a:camera prst="orthographicFront">
              <a:rot lat="17688833" lon="2284593" rev="19474968"/>
            </a:camera>
            <a:lightRig rig="threePt" dir="t"/>
          </a:scene3d>
          <a:sp3d extrusionH="330200">
            <a:extrusionClr>
              <a:schemeClr val="accent2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4F9C8B-4FAA-42E2-A5ED-AEAADD57EAB6}"/>
              </a:ext>
            </a:extLst>
          </p:cNvPr>
          <p:cNvSpPr/>
          <p:nvPr/>
        </p:nvSpPr>
        <p:spPr>
          <a:xfrm>
            <a:off x="54853" y="3143250"/>
            <a:ext cx="482990" cy="88899"/>
          </a:xfrm>
          <a:prstGeom prst="rect">
            <a:avLst/>
          </a:prstGeom>
          <a:solidFill>
            <a:schemeClr val="accent2">
              <a:lumMod val="75000"/>
            </a:schemeClr>
          </a:solidFill>
          <a:scene3d>
            <a:camera prst="orthographicFront">
              <a:rot lat="17688833" lon="2284593" rev="19474968"/>
            </a:camera>
            <a:lightRig rig="threePt" dir="t"/>
          </a:scene3d>
          <a:sp3d extrusionH="330200">
            <a:extrusionClr>
              <a:schemeClr val="accent2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7E9073-3B0B-4CA6-BFE8-225E7F755293}"/>
              </a:ext>
            </a:extLst>
          </p:cNvPr>
          <p:cNvSpPr/>
          <p:nvPr/>
        </p:nvSpPr>
        <p:spPr>
          <a:xfrm>
            <a:off x="-3884973" y="2006600"/>
            <a:ext cx="1985818" cy="1422400"/>
          </a:xfrm>
          <a:prstGeom prst="rect">
            <a:avLst/>
          </a:prstGeom>
          <a:scene3d>
            <a:camera prst="orthographicFront">
              <a:rot lat="17688833" lon="2284593" rev="19474968"/>
            </a:camera>
            <a:lightRig rig="threePt" dir="t"/>
          </a:scene3d>
          <a:sp3d extrusionH="844550">
            <a:extrusionClr>
              <a:schemeClr val="accent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72471B-56BC-4594-AC75-E526B0958710}"/>
              </a:ext>
            </a:extLst>
          </p:cNvPr>
          <p:cNvSpPr/>
          <p:nvPr/>
        </p:nvSpPr>
        <p:spPr>
          <a:xfrm>
            <a:off x="-455066" y="2006600"/>
            <a:ext cx="1985818" cy="1422400"/>
          </a:xfrm>
          <a:prstGeom prst="rect">
            <a:avLst/>
          </a:prstGeom>
          <a:scene3d>
            <a:camera prst="orthographicFront">
              <a:rot lat="17688833" lon="2284593" rev="19474968"/>
            </a:camera>
            <a:lightRig rig="threePt" dir="t"/>
          </a:scene3d>
          <a:sp3d extrusionH="844550">
            <a:extrusionClr>
              <a:schemeClr val="accent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8582BD-B1BF-4E9D-B2BA-C7734543F390}"/>
              </a:ext>
            </a:extLst>
          </p:cNvPr>
          <p:cNvSpPr/>
          <p:nvPr/>
        </p:nvSpPr>
        <p:spPr>
          <a:xfrm>
            <a:off x="2965827" y="2006600"/>
            <a:ext cx="1985818" cy="1422400"/>
          </a:xfrm>
          <a:prstGeom prst="rect">
            <a:avLst/>
          </a:prstGeom>
          <a:scene3d>
            <a:camera prst="orthographicFront">
              <a:rot lat="17688833" lon="2284593" rev="19474968"/>
            </a:camera>
            <a:lightRig rig="threePt" dir="t"/>
          </a:scene3d>
          <a:sp3d extrusionH="844550">
            <a:extrusionClr>
              <a:schemeClr val="accent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164CB9A-67B5-4FC2-B631-4C3939D78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81" b="97248" l="8676" r="89498">
                        <a14:foregroundMark x1="49315" y1="6881" x2="43379" y2="15138"/>
                        <a14:foregroundMark x1="22831" y1="23394" x2="20548" y2="29358"/>
                        <a14:foregroundMark x1="17808" y1="24159" x2="15982" y2="32722"/>
                        <a14:foregroundMark x1="58447" y1="21101" x2="44749" y2="21560"/>
                        <a14:foregroundMark x1="79909" y1="22936" x2="84475" y2="33180"/>
                        <a14:foregroundMark x1="84475" y1="33180" x2="84475" y2="33180"/>
                        <a14:foregroundMark x1="39726" y1="92508" x2="42466" y2="96177"/>
                        <a14:foregroundMark x1="60731" y1="94495" x2="60731" y2="97248"/>
                        <a14:backgroundMark x1="50228" y1="66208" x2="50228" y2="66208"/>
                        <a14:backgroundMark x1="49772" y1="65596" x2="50228" y2="68960"/>
                        <a14:backgroundMark x1="50685" y1="62844" x2="52968" y2="65749"/>
                        <a14:backgroundMark x1="50228" y1="52141" x2="50228" y2="52141"/>
                        <a14:backgroundMark x1="50228" y1="74006" x2="50228" y2="74006"/>
                        <a14:backgroundMark x1="27854" y1="39144" x2="27854" y2="39602"/>
                        <a14:backgroundMark x1="26941" y1="41590" x2="25571" y2="44495"/>
                        <a14:backgroundMark x1="24201" y1="45413" x2="26027" y2="48318"/>
                        <a14:backgroundMark x1="26941" y1="37768" x2="26941" y2="41284"/>
                        <a14:backgroundMark x1="26484" y1="37462" x2="27854" y2="39755"/>
                        <a14:backgroundMark x1="26941" y1="36850" x2="27397" y2="37768"/>
                        <a14:backgroundMark x1="73973" y1="36697" x2="71233" y2="41284"/>
                        <a14:backgroundMark x1="73059" y1="36544" x2="73059" y2="37462"/>
                        <a14:backgroundMark x1="73516" y1="35474" x2="73516" y2="38073"/>
                        <a14:backgroundMark x1="74429" y1="34709" x2="73973" y2="36850"/>
                        <a14:backgroundMark x1="26484" y1="35780" x2="28311" y2="37615"/>
                        <a14:backgroundMark x1="26027" y1="34557" x2="27397" y2="356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08394" y="2717800"/>
            <a:ext cx="1209483" cy="3611880"/>
          </a:xfrm>
          <a:prstGeom prst="rect">
            <a:avLst/>
          </a:prstGeom>
        </p:spPr>
      </p:pic>
      <p:pic>
        <p:nvPicPr>
          <p:cNvPr id="12292" name="Picture 4" descr="Red Tower Crane Aviation Lamp, Zar Construction Equipment | ID: 21470487330">
            <a:extLst>
              <a:ext uri="{FF2B5EF4-FFF2-40B4-BE49-F238E27FC236}">
                <a16:creationId xmlns:a16="http://schemas.microsoft.com/office/drawing/2014/main" id="{CC2699F0-09A6-4F6A-BBB2-26789BB974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98" t="17707" r="13014" b="14149"/>
          <a:stretch/>
        </p:blipFill>
        <p:spPr bwMode="auto">
          <a:xfrm>
            <a:off x="10284123" y="295275"/>
            <a:ext cx="1509308" cy="142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DFAD965-3079-4CC0-8009-121FA37417FF}"/>
              </a:ext>
            </a:extLst>
          </p:cNvPr>
          <p:cNvSpPr/>
          <p:nvPr/>
        </p:nvSpPr>
        <p:spPr>
          <a:xfrm>
            <a:off x="7016457" y="3143250"/>
            <a:ext cx="482990" cy="88899"/>
          </a:xfrm>
          <a:prstGeom prst="rect">
            <a:avLst/>
          </a:prstGeom>
          <a:solidFill>
            <a:schemeClr val="accent2">
              <a:lumMod val="75000"/>
            </a:schemeClr>
          </a:solidFill>
          <a:scene3d>
            <a:camera prst="orthographicFront">
              <a:rot lat="17688833" lon="2284593" rev="19474968"/>
            </a:camera>
            <a:lightRig rig="threePt" dir="t"/>
          </a:scene3d>
          <a:sp3d extrusionH="330200">
            <a:extrusionClr>
              <a:schemeClr val="accent2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5B39DA-CD07-4E95-A590-3111DD027B80}"/>
              </a:ext>
            </a:extLst>
          </p:cNvPr>
          <p:cNvSpPr/>
          <p:nvPr/>
        </p:nvSpPr>
        <p:spPr>
          <a:xfrm>
            <a:off x="6386720" y="2006600"/>
            <a:ext cx="1985818" cy="1422400"/>
          </a:xfrm>
          <a:prstGeom prst="rect">
            <a:avLst/>
          </a:prstGeom>
          <a:scene3d>
            <a:camera prst="orthographicFront">
              <a:rot lat="17688833" lon="2284593" rev="19474968"/>
            </a:camera>
            <a:lightRig rig="threePt" dir="t"/>
          </a:scene3d>
          <a:sp3d extrusionH="844550">
            <a:extrusionClr>
              <a:schemeClr val="accent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8FADA5-ED0B-4010-8D7C-C541D123AC2D}"/>
              </a:ext>
            </a:extLst>
          </p:cNvPr>
          <p:cNvSpPr/>
          <p:nvPr/>
        </p:nvSpPr>
        <p:spPr>
          <a:xfrm>
            <a:off x="9807613" y="2006600"/>
            <a:ext cx="1985818" cy="1422400"/>
          </a:xfrm>
          <a:prstGeom prst="rect">
            <a:avLst/>
          </a:prstGeom>
          <a:scene3d>
            <a:camera prst="orthographicFront">
              <a:rot lat="17688833" lon="2284593" rev="19474968"/>
            </a:camera>
            <a:lightRig rig="threePt" dir="t"/>
          </a:scene3d>
          <a:sp3d extrusionH="844550">
            <a:extrusionClr>
              <a:schemeClr val="accent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5A9436C3-6E72-4452-A723-EF39FA101866}"/>
              </a:ext>
            </a:extLst>
          </p:cNvPr>
          <p:cNvSpPr/>
          <p:nvPr/>
        </p:nvSpPr>
        <p:spPr>
          <a:xfrm rot="11682248">
            <a:off x="10324992" y="3082115"/>
            <a:ext cx="530021" cy="475880"/>
          </a:xfrm>
          <a:prstGeom prst="trapezoid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solidFill>
              <a:schemeClr val="accent1">
                <a:shade val="50000"/>
                <a:alpha val="54000"/>
              </a:schemeClr>
            </a:solidFill>
          </a:ln>
          <a:effectLst>
            <a:softEdge rad="990600"/>
          </a:effectLst>
          <a:scene3d>
            <a:camera prst="orthographicFront">
              <a:rot lat="3176524" lon="19399060" rev="20488430"/>
            </a:camera>
            <a:lightRig rig="threePt" dir="t">
              <a:rot lat="0" lon="0" rev="1200000"/>
            </a:lightRig>
          </a:scene3d>
          <a:sp3d extrusionH="336550" contourW="12700">
            <a:bevelT w="0" h="25400"/>
            <a:extrusionClr>
              <a:srgbClr val="FFFF00"/>
            </a:extrusionClr>
            <a:contourClr>
              <a:srgbClr val="FFFF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290" name="Picture 2" descr="Gossen Metrawatt Barcodescanner Z751A ◁ Sourcetronic">
            <a:extLst>
              <a:ext uri="{FF2B5EF4-FFF2-40B4-BE49-F238E27FC236}">
                <a16:creationId xmlns:a16="http://schemas.microsoft.com/office/drawing/2014/main" id="{A97BE2F6-3118-4704-A42D-20B91B665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143" b="98143" l="2536" r="95290">
                        <a14:foregroundMark x1="65036" y1="6143" x2="59601" y2="13143"/>
                        <a14:foregroundMark x1="81341" y1="2571" x2="71196" y2="2143"/>
                        <a14:foregroundMark x1="95652" y1="10000" x2="94928" y2="18143"/>
                        <a14:foregroundMark x1="20290" y1="89714" x2="17935" y2="90857"/>
                        <a14:foregroundMark x1="15580" y1="93714" x2="10688" y2="94857"/>
                        <a14:foregroundMark x1="4710" y1="97143" x2="2536" y2="98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585697">
            <a:off x="9665778" y="3571052"/>
            <a:ext cx="1537781" cy="195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itle 1">
            <a:extLst>
              <a:ext uri="{FF2B5EF4-FFF2-40B4-BE49-F238E27FC236}">
                <a16:creationId xmlns:a16="http://schemas.microsoft.com/office/drawing/2014/main" id="{FF126295-7504-C0CA-D134-08DB81122EDB}"/>
              </a:ext>
            </a:extLst>
          </p:cNvPr>
          <p:cNvSpPr txBox="1">
            <a:spLocks/>
          </p:cNvSpPr>
          <p:nvPr/>
        </p:nvSpPr>
        <p:spPr>
          <a:xfrm>
            <a:off x="1748467" y="-85117"/>
            <a:ext cx="8841535" cy="6778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800" b="1" dirty="0">
                <a:latin typeface="Arial" panose="020B0604020202020204" pitchFamily="34" charset="0"/>
                <a:cs typeface="Arial" panose="020B0604020202020204" pitchFamily="34" charset="0"/>
              </a:rPr>
              <a:t>ДОПУЩЕННЫЕ РАБОТНИКИ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9EB9924-EB74-E9D5-F284-81FE3188DBE6}"/>
              </a:ext>
            </a:extLst>
          </p:cNvPr>
          <p:cNvSpPr/>
          <p:nvPr/>
        </p:nvSpPr>
        <p:spPr>
          <a:xfrm>
            <a:off x="4275131" y="557141"/>
            <a:ext cx="4314041" cy="158676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B821C756-0C41-8E54-A4C5-0AC798089BA1}"/>
              </a:ext>
            </a:extLst>
          </p:cNvPr>
          <p:cNvSpPr txBox="1">
            <a:spLocks/>
          </p:cNvSpPr>
          <p:nvPr/>
        </p:nvSpPr>
        <p:spPr>
          <a:xfrm>
            <a:off x="4230591" y="1660010"/>
            <a:ext cx="1233735" cy="50453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400" b="1" dirty="0"/>
              <a:t>Допущен до</a:t>
            </a:r>
          </a:p>
          <a:p>
            <a:pPr algn="ctr"/>
            <a:r>
              <a:rPr lang="en-US" sz="1400" b="1" dirty="0"/>
              <a:t>xx/xxxx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D8CB57D9-99A9-E004-B7F4-B163EFF8921B}"/>
              </a:ext>
            </a:extLst>
          </p:cNvPr>
          <p:cNvSpPr txBox="1">
            <a:spLocks/>
          </p:cNvSpPr>
          <p:nvPr/>
        </p:nvSpPr>
        <p:spPr>
          <a:xfrm>
            <a:off x="5287018" y="1660010"/>
            <a:ext cx="1233735" cy="50453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400" b="1" dirty="0"/>
              <a:t>Допущен до</a:t>
            </a:r>
          </a:p>
          <a:p>
            <a:pPr algn="ctr"/>
            <a:r>
              <a:rPr lang="en-US" sz="1400" b="1" dirty="0"/>
              <a:t>xx/xxxx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F0C15281-FB8B-0B8A-6821-E07540858CE7}"/>
              </a:ext>
            </a:extLst>
          </p:cNvPr>
          <p:cNvSpPr txBox="1">
            <a:spLocks/>
          </p:cNvSpPr>
          <p:nvPr/>
        </p:nvSpPr>
        <p:spPr>
          <a:xfrm>
            <a:off x="6343445" y="1660010"/>
            <a:ext cx="1233735" cy="50453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400" b="1" dirty="0"/>
              <a:t>Допущен до</a:t>
            </a:r>
          </a:p>
          <a:p>
            <a:pPr algn="ctr"/>
            <a:r>
              <a:rPr lang="en-US" sz="1400" b="1" dirty="0"/>
              <a:t>xx/xxxx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B15FE357-C9F7-A489-290E-C084710ED849}"/>
              </a:ext>
            </a:extLst>
          </p:cNvPr>
          <p:cNvSpPr txBox="1">
            <a:spLocks/>
          </p:cNvSpPr>
          <p:nvPr/>
        </p:nvSpPr>
        <p:spPr>
          <a:xfrm>
            <a:off x="7399872" y="1660010"/>
            <a:ext cx="1233735" cy="50453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400" b="1" dirty="0"/>
              <a:t>Допущен до</a:t>
            </a:r>
          </a:p>
          <a:p>
            <a:pPr algn="ctr"/>
            <a:r>
              <a:rPr lang="en-US" sz="1400" b="1" dirty="0"/>
              <a:t>xx/xxxx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25678D-BF77-143F-A1C7-6FB0FEE7FA9A}"/>
              </a:ext>
            </a:extLst>
          </p:cNvPr>
          <p:cNvSpPr/>
          <p:nvPr/>
        </p:nvSpPr>
        <p:spPr>
          <a:xfrm>
            <a:off x="12210204" y="0"/>
            <a:ext cx="167303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1E849E-0304-D350-0CF5-FD130B0E2EA1}"/>
              </a:ext>
            </a:extLst>
          </p:cNvPr>
          <p:cNvSpPr/>
          <p:nvPr/>
        </p:nvSpPr>
        <p:spPr>
          <a:xfrm>
            <a:off x="-4105932" y="0"/>
            <a:ext cx="386533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BE83A2-A20D-0295-484B-4A4F67DA8671}"/>
              </a:ext>
            </a:extLst>
          </p:cNvPr>
          <p:cNvSpPr txBox="1"/>
          <p:nvPr/>
        </p:nvSpPr>
        <p:spPr>
          <a:xfrm>
            <a:off x="9263008" y="5683373"/>
            <a:ext cx="20914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100% контроль </a:t>
            </a:r>
            <a:endParaRPr lang="en-US" dirty="0"/>
          </a:p>
          <a:p>
            <a:pPr algn="ctr"/>
            <a:r>
              <a:rPr lang="ru-RU" dirty="0"/>
              <a:t>характеристик </a:t>
            </a:r>
            <a:endParaRPr lang="en-US" dirty="0"/>
          </a:p>
          <a:p>
            <a:pPr algn="ctr"/>
            <a:r>
              <a:rPr lang="ru-RU" dirty="0"/>
              <a:t>безопасности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93312C-5A4A-B302-F46B-F964F8284748}"/>
              </a:ext>
            </a:extLst>
          </p:cNvPr>
          <p:cNvSpPr txBox="1"/>
          <p:nvPr/>
        </p:nvSpPr>
        <p:spPr>
          <a:xfrm>
            <a:off x="-84980" y="6251247"/>
            <a:ext cx="15717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Квалифицированный оператор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149E6C-B8CE-C9DD-0D01-F3CE5665DEB6}"/>
              </a:ext>
            </a:extLst>
          </p:cNvPr>
          <p:cNvSpPr txBox="1"/>
          <p:nvPr/>
        </p:nvSpPr>
        <p:spPr>
          <a:xfrm>
            <a:off x="-19635" y="2089502"/>
            <a:ext cx="121860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ДОЛЖНЫ ЗНАТЬ И БЫТЬ СПОСОБНЫ ОТВЕТИТЬ ЧТО ТАКОЕ СПЕЦИАЛЬНЫЕ ХАРАКТЕРИСТИКИ И ПОСЛЕДСТВИЯ ИХ НЕ СОБЛЮДЕНИЯ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C982ACDA-F278-4E99-8BF0-D51A4B1692E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85" t="-4793" r="-24276" b="27995"/>
          <a:stretch/>
        </p:blipFill>
        <p:spPr>
          <a:xfrm>
            <a:off x="4255965" y="471617"/>
            <a:ext cx="1371018" cy="1251059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6F16EB60-2A37-43FC-9421-F133B03A539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291" t="-11145" r="-30627" b="9809"/>
          <a:stretch/>
        </p:blipFill>
        <p:spPr>
          <a:xfrm>
            <a:off x="5244736" y="471617"/>
            <a:ext cx="1371018" cy="1251059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285645DA-1583-466F-8683-725A1890196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97" t="-816" r="26730" b="7201"/>
          <a:stretch/>
        </p:blipFill>
        <p:spPr>
          <a:xfrm>
            <a:off x="6371272" y="573204"/>
            <a:ext cx="1371019" cy="1149472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D65BBAAD-BBA5-421D-9CE0-E6FFC1397CE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86" r="3456" b="21369"/>
          <a:stretch/>
        </p:blipFill>
        <p:spPr>
          <a:xfrm>
            <a:off x="7438957" y="471617"/>
            <a:ext cx="1371018" cy="1251059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709241FA-358B-44CC-A73C-33263CC4CD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06017" y="5325642"/>
            <a:ext cx="1016933" cy="139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7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repeatCount="1000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3.7037E-6 L 0.28554 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71" y="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repeatCount="1000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2806 3.7037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23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1000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3.7037E-6 L 0.2806 3.7037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23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repeatCount="1000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0.2806 -7.40741E-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49" y="2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repeatCount="1000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7037E-6 L 0.28047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3" y="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repeatCount="10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81481E-6 L 0.28516 -3.33333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41" y="-32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3" presetClass="path" presetSubtype="0" repeatCount="10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81481E-6 L 0.2806 -4.81481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23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repeatCount="10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-4.81481E-6 L 0.28646 -0.0016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62" y="-9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3" presetClass="path" presetSubtype="0" repeatCount="10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4.81481E-6 L 0.2858 3.7037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19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3" presetClass="path" presetSubtype="0" accel="50000" decel="5000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Motion origin="layout" path="M -6.25E-7 3.7037E-6 L 0.28047 3.7037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23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1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14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63" presetClass="path" presetSubtype="0" accel="50000" decel="50000" fill="hold" grpId="0" nodeType="withEffect">
                                  <p:stCondLst>
                                    <p:cond delay="14000"/>
                                  </p:stCondLst>
                                  <p:childTnLst>
                                    <p:animMotion origin="layout" path="M -4.16667E-7 3.7037E-6 L 0.28047 3.7037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23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2" nodeType="withEffect">
                                  <p:stCondLst>
                                    <p:cond delay="1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1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accel="50000" decel="50000" fill="hold" grpId="0" nodeType="withEffect">
                                  <p:stCondLst>
                                    <p:cond delay="16000"/>
                                  </p:stCondLst>
                                  <p:childTnLst>
                                    <p:animMotion origin="layout" path="M 6.25E-7 3.7037E-6 L 0.28047 3.7037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23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18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1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63" presetClass="path" presetSubtype="0" accel="50000" decel="50000" fill="hold" grpId="0" nodeType="withEffect">
                                  <p:stCondLst>
                                    <p:cond delay="18000"/>
                                  </p:stCondLst>
                                  <p:childTnLst>
                                    <p:animMotion origin="layout" path="M 1.66667E-6 3.7037E-6 L 0.28047 3.7037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23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2" nodeType="withEffect">
                                  <p:stCondLst>
                                    <p:cond delay="20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20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0"/>
                            </p:stCondLst>
                            <p:childTnLst>
                              <p:par>
                                <p:cTn id="48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22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24" grpId="0" animBg="1"/>
      <p:bldP spid="26" grpId="0" animBg="1"/>
      <p:bldP spid="29" grpId="0" animBg="1"/>
      <p:bldP spid="30" grpId="0" animBg="1"/>
      <p:bldP spid="30" grpId="1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25" grpId="0" animBg="1"/>
      <p:bldP spid="33" grpId="0" animBg="1"/>
      <p:bldP spid="33" grpId="1" animBg="1"/>
      <p:bldP spid="33" grpId="2" animBg="1"/>
      <p:bldP spid="3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142633</TotalTime>
  <Words>44</Words>
  <Application>Microsoft Office PowerPoint</Application>
  <PresentationFormat>Широкоэкранный</PresentationFormat>
  <Paragraphs>14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Evgeny Solovyev</dc:creator>
  <cp:lastModifiedBy>WWW</cp:lastModifiedBy>
  <cp:revision>750</cp:revision>
  <dcterms:created xsi:type="dcterms:W3CDTF">2021-12-05T11:55:16Z</dcterms:created>
  <dcterms:modified xsi:type="dcterms:W3CDTF">2025-06-14T09:51:02Z</dcterms:modified>
</cp:coreProperties>
</file>